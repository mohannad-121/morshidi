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349" r:id="rId3"/>
    <p:sldId id="346" r:id="rId4"/>
    <p:sldId id="350" r:id="rId5"/>
    <p:sldId id="356" r:id="rId6"/>
    <p:sldId id="360" r:id="rId7"/>
    <p:sldId id="361" r:id="rId8"/>
    <p:sldId id="373" r:id="rId9"/>
    <p:sldId id="371" r:id="rId10"/>
    <p:sldId id="362" r:id="rId11"/>
    <p:sldId id="368" r:id="rId12"/>
    <p:sldId id="366" r:id="rId13"/>
    <p:sldId id="367" r:id="rId14"/>
    <p:sldId id="451" r:id="rId15"/>
    <p:sldId id="369" r:id="rId16"/>
    <p:sldId id="370" r:id="rId17"/>
    <p:sldId id="380" r:id="rId18"/>
    <p:sldId id="381" r:id="rId19"/>
  </p:sldIdLst>
  <p:sldSz cx="12192000" cy="6858000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DEA8FA-C312-40D8-ABD2-50162F8D0B81}" v="168" dt="2023-11-02T21:09:59.616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1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'a Al-Shaikh" userId="c7ee08cb-1331-4db2-b917-68f504fd336c" providerId="ADAL" clId="{E4DEA8FA-C312-40D8-ABD2-50162F8D0B81}"/>
    <pc:docChg chg="undo redo custSel addSld delSld modSld sldOrd">
      <pc:chgData name="Ala'a Al-Shaikh" userId="c7ee08cb-1331-4db2-b917-68f504fd336c" providerId="ADAL" clId="{E4DEA8FA-C312-40D8-ABD2-50162F8D0B81}" dt="2023-11-02T21:11:16.504" v="12571" actId="14100"/>
      <pc:docMkLst>
        <pc:docMk/>
      </pc:docMkLst>
      <pc:sldChg chg="add del">
        <pc:chgData name="Ala'a Al-Shaikh" userId="c7ee08cb-1331-4db2-b917-68f504fd336c" providerId="ADAL" clId="{E4DEA8FA-C312-40D8-ABD2-50162F8D0B81}" dt="2023-11-02T15:40:43.314" v="19" actId="47"/>
        <pc:sldMkLst>
          <pc:docMk/>
          <pc:sldMk cId="1346137536" sldId="346"/>
        </pc:sldMkLst>
      </pc:sldChg>
      <pc:sldChg chg="modSp add del mod">
        <pc:chgData name="Ala'a Al-Shaikh" userId="c7ee08cb-1331-4db2-b917-68f504fd336c" providerId="ADAL" clId="{E4DEA8FA-C312-40D8-ABD2-50162F8D0B81}" dt="2023-11-02T15:41:03.369" v="40" actId="20577"/>
        <pc:sldMkLst>
          <pc:docMk/>
          <pc:sldMk cId="2137440648" sldId="349"/>
        </pc:sldMkLst>
        <pc:spChg chg="mod">
          <ac:chgData name="Ala'a Al-Shaikh" userId="c7ee08cb-1331-4db2-b917-68f504fd336c" providerId="ADAL" clId="{E4DEA8FA-C312-40D8-ABD2-50162F8D0B81}" dt="2023-11-02T15:41:03.369" v="40" actId="20577"/>
          <ac:spMkLst>
            <pc:docMk/>
            <pc:sldMk cId="2137440648" sldId="349"/>
            <ac:spMk id="2" creationId="{00000000-0000-0000-0000-000000000000}"/>
          </ac:spMkLst>
        </pc:spChg>
      </pc:sldChg>
      <pc:sldChg chg="modSp new mod">
        <pc:chgData name="Ala'a Al-Shaikh" userId="c7ee08cb-1331-4db2-b917-68f504fd336c" providerId="ADAL" clId="{E4DEA8FA-C312-40D8-ABD2-50162F8D0B81}" dt="2023-11-02T15:54:45.439" v="774" actId="114"/>
        <pc:sldMkLst>
          <pc:docMk/>
          <pc:sldMk cId="1197094562" sldId="350"/>
        </pc:sldMkLst>
        <pc:spChg chg="mod">
          <ac:chgData name="Ala'a Al-Shaikh" userId="c7ee08cb-1331-4db2-b917-68f504fd336c" providerId="ADAL" clId="{E4DEA8FA-C312-40D8-ABD2-50162F8D0B81}" dt="2023-11-02T15:41:30.795" v="98" actId="113"/>
          <ac:spMkLst>
            <pc:docMk/>
            <pc:sldMk cId="1197094562" sldId="350"/>
            <ac:spMk id="2" creationId="{9B45C1F6-27B7-4C76-B822-8FE4592F85AA}"/>
          </ac:spMkLst>
        </pc:spChg>
        <pc:spChg chg="mod">
          <ac:chgData name="Ala'a Al-Shaikh" userId="c7ee08cb-1331-4db2-b917-68f504fd336c" providerId="ADAL" clId="{E4DEA8FA-C312-40D8-ABD2-50162F8D0B81}" dt="2023-11-02T15:54:45.439" v="774" actId="114"/>
          <ac:spMkLst>
            <pc:docMk/>
            <pc:sldMk cId="1197094562" sldId="350"/>
            <ac:spMk id="3" creationId="{B4D07176-02BE-D048-3B35-77E74326D02C}"/>
          </ac:spMkLst>
        </pc:spChg>
      </pc:sldChg>
      <pc:sldChg chg="modSp new mod">
        <pc:chgData name="Ala'a Al-Shaikh" userId="c7ee08cb-1331-4db2-b917-68f504fd336c" providerId="ADAL" clId="{E4DEA8FA-C312-40D8-ABD2-50162F8D0B81}" dt="2023-11-02T16:16:23.803" v="1843" actId="12"/>
        <pc:sldMkLst>
          <pc:docMk/>
          <pc:sldMk cId="3416274426" sldId="351"/>
        </pc:sldMkLst>
        <pc:spChg chg="mod">
          <ac:chgData name="Ala'a Al-Shaikh" userId="c7ee08cb-1331-4db2-b917-68f504fd336c" providerId="ADAL" clId="{E4DEA8FA-C312-40D8-ABD2-50162F8D0B81}" dt="2023-11-02T15:56:18.102" v="804" actId="113"/>
          <ac:spMkLst>
            <pc:docMk/>
            <pc:sldMk cId="3416274426" sldId="351"/>
            <ac:spMk id="2" creationId="{5601CB07-2BFF-2BE3-5A97-8FF8B8E99FB4}"/>
          </ac:spMkLst>
        </pc:spChg>
        <pc:spChg chg="mod">
          <ac:chgData name="Ala'a Al-Shaikh" userId="c7ee08cb-1331-4db2-b917-68f504fd336c" providerId="ADAL" clId="{E4DEA8FA-C312-40D8-ABD2-50162F8D0B81}" dt="2023-11-02T16:16:23.803" v="1843" actId="12"/>
          <ac:spMkLst>
            <pc:docMk/>
            <pc:sldMk cId="3416274426" sldId="351"/>
            <ac:spMk id="3" creationId="{3EC61EBC-1A83-2AAD-6CE6-1EA403A59C26}"/>
          </ac:spMkLst>
        </pc:spChg>
      </pc:sldChg>
      <pc:sldChg chg="modSp new mod">
        <pc:chgData name="Ala'a Al-Shaikh" userId="c7ee08cb-1331-4db2-b917-68f504fd336c" providerId="ADAL" clId="{E4DEA8FA-C312-40D8-ABD2-50162F8D0B81}" dt="2023-11-02T16:08:57.149" v="1641" actId="14100"/>
        <pc:sldMkLst>
          <pc:docMk/>
          <pc:sldMk cId="803255851" sldId="352"/>
        </pc:sldMkLst>
        <pc:spChg chg="mod">
          <ac:chgData name="Ala'a Al-Shaikh" userId="c7ee08cb-1331-4db2-b917-68f504fd336c" providerId="ADAL" clId="{E4DEA8FA-C312-40D8-ABD2-50162F8D0B81}" dt="2023-11-02T16:04:39.444" v="1328" actId="2711"/>
          <ac:spMkLst>
            <pc:docMk/>
            <pc:sldMk cId="803255851" sldId="352"/>
            <ac:spMk id="2" creationId="{A8E971D0-8190-9AFC-9062-10C3F284EDFC}"/>
          </ac:spMkLst>
        </pc:spChg>
        <pc:spChg chg="mod">
          <ac:chgData name="Ala'a Al-Shaikh" userId="c7ee08cb-1331-4db2-b917-68f504fd336c" providerId="ADAL" clId="{E4DEA8FA-C312-40D8-ABD2-50162F8D0B81}" dt="2023-11-02T16:08:57.149" v="1641" actId="14100"/>
          <ac:spMkLst>
            <pc:docMk/>
            <pc:sldMk cId="803255851" sldId="352"/>
            <ac:spMk id="3" creationId="{56E79850-3FC2-040B-6704-8231ADD47CC9}"/>
          </ac:spMkLst>
        </pc:spChg>
      </pc:sldChg>
      <pc:sldChg chg="modSp new mod">
        <pc:chgData name="Ala'a Al-Shaikh" userId="c7ee08cb-1331-4db2-b917-68f504fd336c" providerId="ADAL" clId="{E4DEA8FA-C312-40D8-ABD2-50162F8D0B81}" dt="2023-11-02T16:31:41.820" v="2643" actId="20578"/>
        <pc:sldMkLst>
          <pc:docMk/>
          <pc:sldMk cId="1904346868" sldId="353"/>
        </pc:sldMkLst>
        <pc:spChg chg="mod">
          <ac:chgData name="Ala'a Al-Shaikh" userId="c7ee08cb-1331-4db2-b917-68f504fd336c" providerId="ADAL" clId="{E4DEA8FA-C312-40D8-ABD2-50162F8D0B81}" dt="2023-11-02T16:09:30.844" v="1664" actId="113"/>
          <ac:spMkLst>
            <pc:docMk/>
            <pc:sldMk cId="1904346868" sldId="353"/>
            <ac:spMk id="2" creationId="{2DF50218-83AD-DC59-E1E2-689CE1C4FE27}"/>
          </ac:spMkLst>
        </pc:spChg>
        <pc:spChg chg="mod">
          <ac:chgData name="Ala'a Al-Shaikh" userId="c7ee08cb-1331-4db2-b917-68f504fd336c" providerId="ADAL" clId="{E4DEA8FA-C312-40D8-ABD2-50162F8D0B81}" dt="2023-11-02T16:31:41.820" v="2643" actId="20578"/>
          <ac:spMkLst>
            <pc:docMk/>
            <pc:sldMk cId="1904346868" sldId="353"/>
            <ac:spMk id="3" creationId="{E9A65825-F847-60C2-E474-C6CF6A86E202}"/>
          </ac:spMkLst>
        </pc:spChg>
      </pc:sldChg>
      <pc:sldChg chg="modSp new mod">
        <pc:chgData name="Ala'a Al-Shaikh" userId="c7ee08cb-1331-4db2-b917-68f504fd336c" providerId="ADAL" clId="{E4DEA8FA-C312-40D8-ABD2-50162F8D0B81}" dt="2023-11-02T16:19:40.982" v="2154" actId="403"/>
        <pc:sldMkLst>
          <pc:docMk/>
          <pc:sldMk cId="3651396088" sldId="354"/>
        </pc:sldMkLst>
        <pc:spChg chg="mod">
          <ac:chgData name="Ala'a Al-Shaikh" userId="c7ee08cb-1331-4db2-b917-68f504fd336c" providerId="ADAL" clId="{E4DEA8FA-C312-40D8-ABD2-50162F8D0B81}" dt="2023-11-02T16:16:40.064" v="1866" actId="113"/>
          <ac:spMkLst>
            <pc:docMk/>
            <pc:sldMk cId="3651396088" sldId="354"/>
            <ac:spMk id="2" creationId="{0DE62506-1FE4-2463-14B9-2C9C417F74D5}"/>
          </ac:spMkLst>
        </pc:spChg>
        <pc:spChg chg="mod">
          <ac:chgData name="Ala'a Al-Shaikh" userId="c7ee08cb-1331-4db2-b917-68f504fd336c" providerId="ADAL" clId="{E4DEA8FA-C312-40D8-ABD2-50162F8D0B81}" dt="2023-11-02T16:19:40.982" v="2154" actId="403"/>
          <ac:spMkLst>
            <pc:docMk/>
            <pc:sldMk cId="3651396088" sldId="354"/>
            <ac:spMk id="3" creationId="{E23EB9E3-F935-9411-5B00-7ECA7D9964D5}"/>
          </ac:spMkLst>
        </pc:spChg>
      </pc:sldChg>
      <pc:sldChg chg="addSp modSp new mod">
        <pc:chgData name="Ala'a Al-Shaikh" userId="c7ee08cb-1331-4db2-b917-68f504fd336c" providerId="ADAL" clId="{E4DEA8FA-C312-40D8-ABD2-50162F8D0B81}" dt="2023-11-02T16:42:18.630" v="3230" actId="1076"/>
        <pc:sldMkLst>
          <pc:docMk/>
          <pc:sldMk cId="3741054805" sldId="355"/>
        </pc:sldMkLst>
        <pc:spChg chg="mod">
          <ac:chgData name="Ala'a Al-Shaikh" userId="c7ee08cb-1331-4db2-b917-68f504fd336c" providerId="ADAL" clId="{E4DEA8FA-C312-40D8-ABD2-50162F8D0B81}" dt="2023-11-02T16:32:11.753" v="2665" actId="113"/>
          <ac:spMkLst>
            <pc:docMk/>
            <pc:sldMk cId="3741054805" sldId="355"/>
            <ac:spMk id="2" creationId="{1EAFF43A-C0C7-22D5-D462-5E2BB775E697}"/>
          </ac:spMkLst>
        </pc:spChg>
        <pc:spChg chg="mod">
          <ac:chgData name="Ala'a Al-Shaikh" userId="c7ee08cb-1331-4db2-b917-68f504fd336c" providerId="ADAL" clId="{E4DEA8FA-C312-40D8-ABD2-50162F8D0B81}" dt="2023-11-02T16:36:57.276" v="3028" actId="20577"/>
          <ac:spMkLst>
            <pc:docMk/>
            <pc:sldMk cId="3741054805" sldId="355"/>
            <ac:spMk id="3" creationId="{0BDBD941-EA0C-D5D7-0714-4C5A2B06F750}"/>
          </ac:spMkLst>
        </pc:spChg>
        <pc:graphicFrameChg chg="add mod modGraphic">
          <ac:chgData name="Ala'a Al-Shaikh" userId="c7ee08cb-1331-4db2-b917-68f504fd336c" providerId="ADAL" clId="{E4DEA8FA-C312-40D8-ABD2-50162F8D0B81}" dt="2023-11-02T16:42:18.630" v="3230" actId="1076"/>
          <ac:graphicFrameMkLst>
            <pc:docMk/>
            <pc:sldMk cId="3741054805" sldId="355"/>
            <ac:graphicFrameMk id="6" creationId="{8C28C8D9-9642-6CDC-239C-5EC71AFDB21A}"/>
          </ac:graphicFrameMkLst>
        </pc:graphicFrameChg>
      </pc:sldChg>
      <pc:sldChg chg="addSp modSp new mod ord">
        <pc:chgData name="Ala'a Al-Shaikh" userId="c7ee08cb-1331-4db2-b917-68f504fd336c" providerId="ADAL" clId="{E4DEA8FA-C312-40D8-ABD2-50162F8D0B81}" dt="2023-11-02T18:03:35.731" v="5502" actId="207"/>
        <pc:sldMkLst>
          <pc:docMk/>
          <pc:sldMk cId="3149275981" sldId="356"/>
        </pc:sldMkLst>
        <pc:spChg chg="mod">
          <ac:chgData name="Ala'a Al-Shaikh" userId="c7ee08cb-1331-4db2-b917-68f504fd336c" providerId="ADAL" clId="{E4DEA8FA-C312-40D8-ABD2-50162F8D0B81}" dt="2023-11-02T16:40:03.208" v="3116" actId="113"/>
          <ac:spMkLst>
            <pc:docMk/>
            <pc:sldMk cId="3149275981" sldId="356"/>
            <ac:spMk id="2" creationId="{B804CE4F-7C45-3853-1544-F3B696CA8B4C}"/>
          </ac:spMkLst>
        </pc:spChg>
        <pc:spChg chg="mod">
          <ac:chgData name="Ala'a Al-Shaikh" userId="c7ee08cb-1331-4db2-b917-68f504fd336c" providerId="ADAL" clId="{E4DEA8FA-C312-40D8-ABD2-50162F8D0B81}" dt="2023-11-02T18:03:35.731" v="5502" actId="207"/>
          <ac:spMkLst>
            <pc:docMk/>
            <pc:sldMk cId="3149275981" sldId="356"/>
            <ac:spMk id="3" creationId="{F298DDD0-33FE-2A8E-20AF-987B020CAE36}"/>
          </ac:spMkLst>
        </pc:spChg>
        <pc:spChg chg="add mod ord">
          <ac:chgData name="Ala'a Al-Shaikh" userId="c7ee08cb-1331-4db2-b917-68f504fd336c" providerId="ADAL" clId="{E4DEA8FA-C312-40D8-ABD2-50162F8D0B81}" dt="2023-11-02T18:03:17.191" v="5498" actId="207"/>
          <ac:spMkLst>
            <pc:docMk/>
            <pc:sldMk cId="3149275981" sldId="356"/>
            <ac:spMk id="6" creationId="{89F4128E-236E-A1F1-3F60-720E92ADF038}"/>
          </ac:spMkLst>
        </pc:spChg>
      </pc:sldChg>
      <pc:sldChg chg="addSp modSp new mod">
        <pc:chgData name="Ala'a Al-Shaikh" userId="c7ee08cb-1331-4db2-b917-68f504fd336c" providerId="ADAL" clId="{E4DEA8FA-C312-40D8-ABD2-50162F8D0B81}" dt="2023-11-02T16:55:54.005" v="3757" actId="14100"/>
        <pc:sldMkLst>
          <pc:docMk/>
          <pc:sldMk cId="3759295417" sldId="357"/>
        </pc:sldMkLst>
        <pc:spChg chg="mod">
          <ac:chgData name="Ala'a Al-Shaikh" userId="c7ee08cb-1331-4db2-b917-68f504fd336c" providerId="ADAL" clId="{E4DEA8FA-C312-40D8-ABD2-50162F8D0B81}" dt="2023-11-02T16:51:57.836" v="3461" actId="20577"/>
          <ac:spMkLst>
            <pc:docMk/>
            <pc:sldMk cId="3759295417" sldId="357"/>
            <ac:spMk id="2" creationId="{39D92C42-DC83-21F8-880F-FE67CC74A340}"/>
          </ac:spMkLst>
        </pc:spChg>
        <pc:spChg chg="mod">
          <ac:chgData name="Ala'a Al-Shaikh" userId="c7ee08cb-1331-4db2-b917-68f504fd336c" providerId="ADAL" clId="{E4DEA8FA-C312-40D8-ABD2-50162F8D0B81}" dt="2023-11-02T16:55:54.005" v="3757" actId="14100"/>
          <ac:spMkLst>
            <pc:docMk/>
            <pc:sldMk cId="3759295417" sldId="357"/>
            <ac:spMk id="3" creationId="{D9B34AA9-CDE2-1F0D-82F4-7354B1ABD6F3}"/>
          </ac:spMkLst>
        </pc:spChg>
        <pc:graphicFrameChg chg="add mod modGraphic">
          <ac:chgData name="Ala'a Al-Shaikh" userId="c7ee08cb-1331-4db2-b917-68f504fd336c" providerId="ADAL" clId="{E4DEA8FA-C312-40D8-ABD2-50162F8D0B81}" dt="2023-11-02T16:55:41.416" v="3754" actId="1076"/>
          <ac:graphicFrameMkLst>
            <pc:docMk/>
            <pc:sldMk cId="3759295417" sldId="357"/>
            <ac:graphicFrameMk id="6" creationId="{C28FE3D5-A393-D144-365E-FB31ADF2476C}"/>
          </ac:graphicFrameMkLst>
        </pc:graphicFrameChg>
      </pc:sldChg>
      <pc:sldChg chg="addSp delSp modSp new mod">
        <pc:chgData name="Ala'a Al-Shaikh" userId="c7ee08cb-1331-4db2-b917-68f504fd336c" providerId="ADAL" clId="{E4DEA8FA-C312-40D8-ABD2-50162F8D0B81}" dt="2023-11-02T17:10:06.460" v="4093" actId="14100"/>
        <pc:sldMkLst>
          <pc:docMk/>
          <pc:sldMk cId="3484802700" sldId="358"/>
        </pc:sldMkLst>
        <pc:spChg chg="mod">
          <ac:chgData name="Ala'a Al-Shaikh" userId="c7ee08cb-1331-4db2-b917-68f504fd336c" providerId="ADAL" clId="{E4DEA8FA-C312-40D8-ABD2-50162F8D0B81}" dt="2023-11-02T17:02:07.396" v="3777" actId="113"/>
          <ac:spMkLst>
            <pc:docMk/>
            <pc:sldMk cId="3484802700" sldId="358"/>
            <ac:spMk id="2" creationId="{C2794035-5435-03FD-4084-F5459ACA7064}"/>
          </ac:spMkLst>
        </pc:spChg>
        <pc:spChg chg="del">
          <ac:chgData name="Ala'a Al-Shaikh" userId="c7ee08cb-1331-4db2-b917-68f504fd336c" providerId="ADAL" clId="{E4DEA8FA-C312-40D8-ABD2-50162F8D0B81}" dt="2023-11-02T17:01:54.619" v="3759"/>
          <ac:spMkLst>
            <pc:docMk/>
            <pc:sldMk cId="3484802700" sldId="358"/>
            <ac:spMk id="3" creationId="{00A509B8-6A05-6687-B190-C9115C12C92E}"/>
          </ac:spMkLst>
        </pc:spChg>
        <pc:spChg chg="add mod">
          <ac:chgData name="Ala'a Al-Shaikh" userId="c7ee08cb-1331-4db2-b917-68f504fd336c" providerId="ADAL" clId="{E4DEA8FA-C312-40D8-ABD2-50162F8D0B81}" dt="2023-11-02T17:04:16.797" v="3901" actId="13822"/>
          <ac:spMkLst>
            <pc:docMk/>
            <pc:sldMk cId="3484802700" sldId="358"/>
            <ac:spMk id="6" creationId="{5DA80CB6-16FB-6FB6-719D-508BC84810E8}"/>
          </ac:spMkLst>
        </pc:spChg>
        <pc:spChg chg="add mod">
          <ac:chgData name="Ala'a Al-Shaikh" userId="c7ee08cb-1331-4db2-b917-68f504fd336c" providerId="ADAL" clId="{E4DEA8FA-C312-40D8-ABD2-50162F8D0B81}" dt="2023-11-02T17:08:27.012" v="4030" actId="20577"/>
          <ac:spMkLst>
            <pc:docMk/>
            <pc:sldMk cId="3484802700" sldId="358"/>
            <ac:spMk id="7" creationId="{4E588812-B545-96FA-05E1-4B2B9D9DEE05}"/>
          </ac:spMkLst>
        </pc:spChg>
        <pc:spChg chg="add mod">
          <ac:chgData name="Ala'a Al-Shaikh" userId="c7ee08cb-1331-4db2-b917-68f504fd336c" providerId="ADAL" clId="{E4DEA8FA-C312-40D8-ABD2-50162F8D0B81}" dt="2023-11-02T17:09:05.203" v="4062" actId="20577"/>
          <ac:spMkLst>
            <pc:docMk/>
            <pc:sldMk cId="3484802700" sldId="358"/>
            <ac:spMk id="8" creationId="{2EC0D9FE-9935-A49E-C984-656FFFC6C4A5}"/>
          </ac:spMkLst>
        </pc:spChg>
        <pc:spChg chg="add mod">
          <ac:chgData name="Ala'a Al-Shaikh" userId="c7ee08cb-1331-4db2-b917-68f504fd336c" providerId="ADAL" clId="{E4DEA8FA-C312-40D8-ABD2-50162F8D0B81}" dt="2023-11-02T17:10:06.460" v="4093" actId="14100"/>
          <ac:spMkLst>
            <pc:docMk/>
            <pc:sldMk cId="3484802700" sldId="358"/>
            <ac:spMk id="9" creationId="{AFBE5B01-BD3D-6960-AB2D-765ECCEB9E20}"/>
          </ac:spMkLst>
        </pc:spChg>
        <pc:picChg chg="add mod">
          <ac:chgData name="Ala'a Al-Shaikh" userId="c7ee08cb-1331-4db2-b917-68f504fd336c" providerId="ADAL" clId="{E4DEA8FA-C312-40D8-ABD2-50162F8D0B81}" dt="2023-11-02T17:01:54.619" v="3759"/>
          <ac:picMkLst>
            <pc:docMk/>
            <pc:sldMk cId="3484802700" sldId="358"/>
            <ac:picMk id="2050" creationId="{180ECEFA-D694-B10D-EAF4-A6B9D635BAF4}"/>
          </ac:picMkLst>
        </pc:picChg>
      </pc:sldChg>
      <pc:sldChg chg="addSp modSp new mod">
        <pc:chgData name="Ala'a Al-Shaikh" userId="c7ee08cb-1331-4db2-b917-68f504fd336c" providerId="ADAL" clId="{E4DEA8FA-C312-40D8-ABD2-50162F8D0B81}" dt="2023-11-02T17:27:39.557" v="4319" actId="1076"/>
        <pc:sldMkLst>
          <pc:docMk/>
          <pc:sldMk cId="3612886012" sldId="359"/>
        </pc:sldMkLst>
        <pc:spChg chg="mod">
          <ac:chgData name="Ala'a Al-Shaikh" userId="c7ee08cb-1331-4db2-b917-68f504fd336c" providerId="ADAL" clId="{E4DEA8FA-C312-40D8-ABD2-50162F8D0B81}" dt="2023-11-02T17:11:34.560" v="4120" actId="2711"/>
          <ac:spMkLst>
            <pc:docMk/>
            <pc:sldMk cId="3612886012" sldId="359"/>
            <ac:spMk id="2" creationId="{218CDB3D-CDA1-1934-C984-CE39D4FB0A15}"/>
          </ac:spMkLst>
        </pc:spChg>
        <pc:spChg chg="mod">
          <ac:chgData name="Ala'a Al-Shaikh" userId="c7ee08cb-1331-4db2-b917-68f504fd336c" providerId="ADAL" clId="{E4DEA8FA-C312-40D8-ABD2-50162F8D0B81}" dt="2023-11-02T17:25:25.550" v="4304" actId="113"/>
          <ac:spMkLst>
            <pc:docMk/>
            <pc:sldMk cId="3612886012" sldId="359"/>
            <ac:spMk id="3" creationId="{E3C94847-473D-208A-DF77-D272BD061385}"/>
          </ac:spMkLst>
        </pc:spChg>
        <pc:picChg chg="add mod">
          <ac:chgData name="Ala'a Al-Shaikh" userId="c7ee08cb-1331-4db2-b917-68f504fd336c" providerId="ADAL" clId="{E4DEA8FA-C312-40D8-ABD2-50162F8D0B81}" dt="2023-11-02T17:27:33.721" v="4318" actId="1076"/>
          <ac:picMkLst>
            <pc:docMk/>
            <pc:sldMk cId="3612886012" sldId="359"/>
            <ac:picMk id="7" creationId="{CA8DE9EB-C439-D369-F04C-E552440C026C}"/>
          </ac:picMkLst>
        </pc:picChg>
        <pc:picChg chg="add mod">
          <ac:chgData name="Ala'a Al-Shaikh" userId="c7ee08cb-1331-4db2-b917-68f504fd336c" providerId="ADAL" clId="{E4DEA8FA-C312-40D8-ABD2-50162F8D0B81}" dt="2023-11-02T17:27:39.557" v="4319" actId="1076"/>
          <ac:picMkLst>
            <pc:docMk/>
            <pc:sldMk cId="3612886012" sldId="359"/>
            <ac:picMk id="9" creationId="{D753B40C-49B8-9F3D-5071-CCD8456D9A0F}"/>
          </ac:picMkLst>
        </pc:picChg>
      </pc:sldChg>
      <pc:sldChg chg="modSp new mod">
        <pc:chgData name="Ala'a Al-Shaikh" userId="c7ee08cb-1331-4db2-b917-68f504fd336c" providerId="ADAL" clId="{E4DEA8FA-C312-40D8-ABD2-50162F8D0B81}" dt="2023-11-02T17:55:18.059" v="5319" actId="14100"/>
        <pc:sldMkLst>
          <pc:docMk/>
          <pc:sldMk cId="3443615018" sldId="360"/>
        </pc:sldMkLst>
        <pc:spChg chg="mod">
          <ac:chgData name="Ala'a Al-Shaikh" userId="c7ee08cb-1331-4db2-b917-68f504fd336c" providerId="ADAL" clId="{E4DEA8FA-C312-40D8-ABD2-50162F8D0B81}" dt="2023-11-02T17:28:35.508" v="4332" actId="113"/>
          <ac:spMkLst>
            <pc:docMk/>
            <pc:sldMk cId="3443615018" sldId="360"/>
            <ac:spMk id="2" creationId="{F5B8EEE5-9C3E-794F-2071-54B4B225C4E4}"/>
          </ac:spMkLst>
        </pc:spChg>
        <pc:spChg chg="mod">
          <ac:chgData name="Ala'a Al-Shaikh" userId="c7ee08cb-1331-4db2-b917-68f504fd336c" providerId="ADAL" clId="{E4DEA8FA-C312-40D8-ABD2-50162F8D0B81}" dt="2023-11-02T17:55:18.059" v="5319" actId="14100"/>
          <ac:spMkLst>
            <pc:docMk/>
            <pc:sldMk cId="3443615018" sldId="360"/>
            <ac:spMk id="3" creationId="{B64A3EC3-6A1C-56DF-DC18-D647F22F9E00}"/>
          </ac:spMkLst>
        </pc:spChg>
      </pc:sldChg>
      <pc:sldChg chg="modSp new mod">
        <pc:chgData name="Ala'a Al-Shaikh" userId="c7ee08cb-1331-4db2-b917-68f504fd336c" providerId="ADAL" clId="{E4DEA8FA-C312-40D8-ABD2-50162F8D0B81}" dt="2023-11-02T17:32:07.259" v="4500" actId="20577"/>
        <pc:sldMkLst>
          <pc:docMk/>
          <pc:sldMk cId="3193920393" sldId="361"/>
        </pc:sldMkLst>
        <pc:spChg chg="mod">
          <ac:chgData name="Ala'a Al-Shaikh" userId="c7ee08cb-1331-4db2-b917-68f504fd336c" providerId="ADAL" clId="{E4DEA8FA-C312-40D8-ABD2-50162F8D0B81}" dt="2023-11-02T17:31:06.173" v="4416" actId="113"/>
          <ac:spMkLst>
            <pc:docMk/>
            <pc:sldMk cId="3193920393" sldId="361"/>
            <ac:spMk id="2" creationId="{98CE0620-9A18-7BEC-2D4F-5A9DE38AA301}"/>
          </ac:spMkLst>
        </pc:spChg>
        <pc:spChg chg="mod">
          <ac:chgData name="Ala'a Al-Shaikh" userId="c7ee08cb-1331-4db2-b917-68f504fd336c" providerId="ADAL" clId="{E4DEA8FA-C312-40D8-ABD2-50162F8D0B81}" dt="2023-11-02T17:32:07.259" v="4500" actId="20577"/>
          <ac:spMkLst>
            <pc:docMk/>
            <pc:sldMk cId="3193920393" sldId="361"/>
            <ac:spMk id="3" creationId="{29F60B9B-DFF2-F41D-4A5C-D1DE5C3624EC}"/>
          </ac:spMkLst>
        </pc:spChg>
      </pc:sldChg>
      <pc:sldChg chg="modSp new mod">
        <pc:chgData name="Ala'a Al-Shaikh" userId="c7ee08cb-1331-4db2-b917-68f504fd336c" providerId="ADAL" clId="{E4DEA8FA-C312-40D8-ABD2-50162F8D0B81}" dt="2023-11-02T17:34:10.002" v="4677" actId="2711"/>
        <pc:sldMkLst>
          <pc:docMk/>
          <pc:sldMk cId="1579751262" sldId="362"/>
        </pc:sldMkLst>
        <pc:spChg chg="mod">
          <ac:chgData name="Ala'a Al-Shaikh" userId="c7ee08cb-1331-4db2-b917-68f504fd336c" providerId="ADAL" clId="{E4DEA8FA-C312-40D8-ABD2-50162F8D0B81}" dt="2023-11-02T17:32:21.883" v="4519" actId="113"/>
          <ac:spMkLst>
            <pc:docMk/>
            <pc:sldMk cId="1579751262" sldId="362"/>
            <ac:spMk id="2" creationId="{F64DA009-2723-FE08-6579-483E236886C9}"/>
          </ac:spMkLst>
        </pc:spChg>
        <pc:spChg chg="mod">
          <ac:chgData name="Ala'a Al-Shaikh" userId="c7ee08cb-1331-4db2-b917-68f504fd336c" providerId="ADAL" clId="{E4DEA8FA-C312-40D8-ABD2-50162F8D0B81}" dt="2023-11-02T17:34:10.002" v="4677" actId="2711"/>
          <ac:spMkLst>
            <pc:docMk/>
            <pc:sldMk cId="1579751262" sldId="362"/>
            <ac:spMk id="3" creationId="{86DC3C25-F7F7-52D4-B43E-381AF8CA95D7}"/>
          </ac:spMkLst>
        </pc:spChg>
      </pc:sldChg>
      <pc:sldChg chg="modSp new mod ord">
        <pc:chgData name="Ala'a Al-Shaikh" userId="c7ee08cb-1331-4db2-b917-68f504fd336c" providerId="ADAL" clId="{E4DEA8FA-C312-40D8-ABD2-50162F8D0B81}" dt="2023-11-02T18:03:48.500" v="5504"/>
        <pc:sldMkLst>
          <pc:docMk/>
          <pc:sldMk cId="68704094" sldId="363"/>
        </pc:sldMkLst>
        <pc:spChg chg="mod">
          <ac:chgData name="Ala'a Al-Shaikh" userId="c7ee08cb-1331-4db2-b917-68f504fd336c" providerId="ADAL" clId="{E4DEA8FA-C312-40D8-ABD2-50162F8D0B81}" dt="2023-11-02T17:43:44.704" v="4721" actId="113"/>
          <ac:spMkLst>
            <pc:docMk/>
            <pc:sldMk cId="68704094" sldId="363"/>
            <ac:spMk id="2" creationId="{19FCE2DF-EBC3-25D7-A78F-6BBD81256D7A}"/>
          </ac:spMkLst>
        </pc:spChg>
        <pc:spChg chg="mod">
          <ac:chgData name="Ala'a Al-Shaikh" userId="c7ee08cb-1331-4db2-b917-68f504fd336c" providerId="ADAL" clId="{E4DEA8FA-C312-40D8-ABD2-50162F8D0B81}" dt="2023-11-02T17:45:44.797" v="4891" actId="20577"/>
          <ac:spMkLst>
            <pc:docMk/>
            <pc:sldMk cId="68704094" sldId="363"/>
            <ac:spMk id="3" creationId="{CE033CDC-B001-81C7-EC65-CED98BF31914}"/>
          </ac:spMkLst>
        </pc:spChg>
      </pc:sldChg>
      <pc:sldChg chg="addSp modSp new mod modClrScheme chgLayout">
        <pc:chgData name="Ala'a Al-Shaikh" userId="c7ee08cb-1331-4db2-b917-68f504fd336c" providerId="ADAL" clId="{E4DEA8FA-C312-40D8-ABD2-50162F8D0B81}" dt="2023-11-02T19:06:58.260" v="8204" actId="2711"/>
        <pc:sldMkLst>
          <pc:docMk/>
          <pc:sldMk cId="3496511820" sldId="364"/>
        </pc:sldMkLst>
        <pc:spChg chg="mod ord">
          <ac:chgData name="Ala'a Al-Shaikh" userId="c7ee08cb-1331-4db2-b917-68f504fd336c" providerId="ADAL" clId="{E4DEA8FA-C312-40D8-ABD2-50162F8D0B81}" dt="2023-11-02T19:04:27.368" v="8032" actId="26606"/>
          <ac:spMkLst>
            <pc:docMk/>
            <pc:sldMk cId="3496511820" sldId="364"/>
            <ac:spMk id="2" creationId="{DD3E3C5F-4586-F783-16FF-8A82CAAACD06}"/>
          </ac:spMkLst>
        </pc:spChg>
        <pc:spChg chg="mod">
          <ac:chgData name="Ala'a Al-Shaikh" userId="c7ee08cb-1331-4db2-b917-68f504fd336c" providerId="ADAL" clId="{E4DEA8FA-C312-40D8-ABD2-50162F8D0B81}" dt="2023-11-02T19:06:58.260" v="8204" actId="2711"/>
          <ac:spMkLst>
            <pc:docMk/>
            <pc:sldMk cId="3496511820" sldId="364"/>
            <ac:spMk id="3" creationId="{69B779D2-3D16-B0D8-2877-D94DD4EBBB4B}"/>
          </ac:spMkLst>
        </pc:spChg>
        <pc:spChg chg="mod">
          <ac:chgData name="Ala'a Al-Shaikh" userId="c7ee08cb-1331-4db2-b917-68f504fd336c" providerId="ADAL" clId="{E4DEA8FA-C312-40D8-ABD2-50162F8D0B81}" dt="2023-11-02T19:04:27.368" v="8032" actId="26606"/>
          <ac:spMkLst>
            <pc:docMk/>
            <pc:sldMk cId="3496511820" sldId="364"/>
            <ac:spMk id="4" creationId="{B75196C2-99C5-8503-4D19-76AA1AD81F89}"/>
          </ac:spMkLst>
        </pc:spChg>
        <pc:spChg chg="mod">
          <ac:chgData name="Ala'a Al-Shaikh" userId="c7ee08cb-1331-4db2-b917-68f504fd336c" providerId="ADAL" clId="{E4DEA8FA-C312-40D8-ABD2-50162F8D0B81}" dt="2023-11-02T19:04:27.368" v="8032" actId="26606"/>
          <ac:spMkLst>
            <pc:docMk/>
            <pc:sldMk cId="3496511820" sldId="364"/>
            <ac:spMk id="5" creationId="{FB3745FE-20A9-E773-53E3-846BEE775E5A}"/>
          </ac:spMkLst>
        </pc:spChg>
        <pc:picChg chg="add mod ord">
          <ac:chgData name="Ala'a Al-Shaikh" userId="c7ee08cb-1331-4db2-b917-68f504fd336c" providerId="ADAL" clId="{E4DEA8FA-C312-40D8-ABD2-50162F8D0B81}" dt="2023-11-02T19:05:14.322" v="8042" actId="1036"/>
          <ac:picMkLst>
            <pc:docMk/>
            <pc:sldMk cId="3496511820" sldId="364"/>
            <ac:picMk id="7" creationId="{1FB7615B-2031-3823-ECB6-4C64C036B389}"/>
          </ac:picMkLst>
        </pc:picChg>
      </pc:sldChg>
      <pc:sldChg chg="modSp new mod">
        <pc:chgData name="Ala'a Al-Shaikh" userId="c7ee08cb-1331-4db2-b917-68f504fd336c" providerId="ADAL" clId="{E4DEA8FA-C312-40D8-ABD2-50162F8D0B81}" dt="2023-11-02T18:09:16.170" v="5914" actId="113"/>
        <pc:sldMkLst>
          <pc:docMk/>
          <pc:sldMk cId="3761946222" sldId="365"/>
        </pc:sldMkLst>
        <pc:spChg chg="mod">
          <ac:chgData name="Ala'a Al-Shaikh" userId="c7ee08cb-1331-4db2-b917-68f504fd336c" providerId="ADAL" clId="{E4DEA8FA-C312-40D8-ABD2-50162F8D0B81}" dt="2023-11-02T18:04:10.765" v="5528" actId="2711"/>
          <ac:spMkLst>
            <pc:docMk/>
            <pc:sldMk cId="3761946222" sldId="365"/>
            <ac:spMk id="2" creationId="{E6082E3A-DACC-5512-D86B-5376132149AC}"/>
          </ac:spMkLst>
        </pc:spChg>
        <pc:spChg chg="mod">
          <ac:chgData name="Ala'a Al-Shaikh" userId="c7ee08cb-1331-4db2-b917-68f504fd336c" providerId="ADAL" clId="{E4DEA8FA-C312-40D8-ABD2-50162F8D0B81}" dt="2023-11-02T18:09:16.170" v="5914" actId="113"/>
          <ac:spMkLst>
            <pc:docMk/>
            <pc:sldMk cId="3761946222" sldId="365"/>
            <ac:spMk id="3" creationId="{E6457E75-8F89-F476-DDAC-C9A11B28A35E}"/>
          </ac:spMkLst>
        </pc:spChg>
      </pc:sldChg>
      <pc:sldChg chg="modSp new mod">
        <pc:chgData name="Ala'a Al-Shaikh" userId="c7ee08cb-1331-4db2-b917-68f504fd336c" providerId="ADAL" clId="{E4DEA8FA-C312-40D8-ABD2-50162F8D0B81}" dt="2023-11-02T18:17:34.595" v="6574" actId="20577"/>
        <pc:sldMkLst>
          <pc:docMk/>
          <pc:sldMk cId="3218947163" sldId="366"/>
        </pc:sldMkLst>
        <pc:spChg chg="mod">
          <ac:chgData name="Ala'a Al-Shaikh" userId="c7ee08cb-1331-4db2-b917-68f504fd336c" providerId="ADAL" clId="{E4DEA8FA-C312-40D8-ABD2-50162F8D0B81}" dt="2023-11-02T18:09:27.950" v="5937" actId="20577"/>
          <ac:spMkLst>
            <pc:docMk/>
            <pc:sldMk cId="3218947163" sldId="366"/>
            <ac:spMk id="2" creationId="{DB981989-D058-8A06-C022-483C7CE953C0}"/>
          </ac:spMkLst>
        </pc:spChg>
        <pc:spChg chg="mod">
          <ac:chgData name="Ala'a Al-Shaikh" userId="c7ee08cb-1331-4db2-b917-68f504fd336c" providerId="ADAL" clId="{E4DEA8FA-C312-40D8-ABD2-50162F8D0B81}" dt="2023-11-02T18:17:34.595" v="6574" actId="20577"/>
          <ac:spMkLst>
            <pc:docMk/>
            <pc:sldMk cId="3218947163" sldId="366"/>
            <ac:spMk id="3" creationId="{DE6AD14F-C107-0396-685A-44ED6B43C8A3}"/>
          </ac:spMkLst>
        </pc:spChg>
      </pc:sldChg>
      <pc:sldChg chg="addSp delSp modSp new mod">
        <pc:chgData name="Ala'a Al-Shaikh" userId="c7ee08cb-1331-4db2-b917-68f504fd336c" providerId="ADAL" clId="{E4DEA8FA-C312-40D8-ABD2-50162F8D0B81}" dt="2023-11-02T18:59:41.564" v="7940" actId="113"/>
        <pc:sldMkLst>
          <pc:docMk/>
          <pc:sldMk cId="3530220799" sldId="367"/>
        </pc:sldMkLst>
        <pc:spChg chg="mod">
          <ac:chgData name="Ala'a Al-Shaikh" userId="c7ee08cb-1331-4db2-b917-68f504fd336c" providerId="ADAL" clId="{E4DEA8FA-C312-40D8-ABD2-50162F8D0B81}" dt="2023-11-02T18:59:41.564" v="7940" actId="113"/>
          <ac:spMkLst>
            <pc:docMk/>
            <pc:sldMk cId="3530220799" sldId="367"/>
            <ac:spMk id="2" creationId="{EF949B38-BC2E-A506-8C4E-8545C0DCFC4B}"/>
          </ac:spMkLst>
        </pc:spChg>
        <pc:spChg chg="del mod">
          <ac:chgData name="Ala'a Al-Shaikh" userId="c7ee08cb-1331-4db2-b917-68f504fd336c" providerId="ADAL" clId="{E4DEA8FA-C312-40D8-ABD2-50162F8D0B81}" dt="2023-11-02T18:39:39.874" v="7324" actId="22"/>
          <ac:spMkLst>
            <pc:docMk/>
            <pc:sldMk cId="3530220799" sldId="367"/>
            <ac:spMk id="3" creationId="{031E9A11-9E6F-B257-EADC-03CD8A7CE1AB}"/>
          </ac:spMkLst>
        </pc:spChg>
        <pc:spChg chg="add mod">
          <ac:chgData name="Ala'a Al-Shaikh" userId="c7ee08cb-1331-4db2-b917-68f504fd336c" providerId="ADAL" clId="{E4DEA8FA-C312-40D8-ABD2-50162F8D0B81}" dt="2023-11-02T18:52:26.363" v="7676" actId="14100"/>
          <ac:spMkLst>
            <pc:docMk/>
            <pc:sldMk cId="3530220799" sldId="367"/>
            <ac:spMk id="8" creationId="{5DD6F005-F5BB-0960-2299-10F0E8D9F738}"/>
          </ac:spMkLst>
        </pc:spChg>
        <pc:spChg chg="add mod">
          <ac:chgData name="Ala'a Al-Shaikh" userId="c7ee08cb-1331-4db2-b917-68f504fd336c" providerId="ADAL" clId="{E4DEA8FA-C312-40D8-ABD2-50162F8D0B81}" dt="2023-11-02T18:56:14.129" v="7816" actId="20577"/>
          <ac:spMkLst>
            <pc:docMk/>
            <pc:sldMk cId="3530220799" sldId="367"/>
            <ac:spMk id="21" creationId="{D4E49FEB-3F87-674C-8558-86A34B605CB2}"/>
          </ac:spMkLst>
        </pc:spChg>
        <pc:spChg chg="add mod">
          <ac:chgData name="Ala'a Al-Shaikh" userId="c7ee08cb-1331-4db2-b917-68f504fd336c" providerId="ADAL" clId="{E4DEA8FA-C312-40D8-ABD2-50162F8D0B81}" dt="2023-11-02T18:49:53.985" v="7601" actId="14100"/>
          <ac:spMkLst>
            <pc:docMk/>
            <pc:sldMk cId="3530220799" sldId="367"/>
            <ac:spMk id="22" creationId="{6E6E94A3-7FFF-056D-579A-16DFB4CD50AD}"/>
          </ac:spMkLst>
        </pc:spChg>
        <pc:spChg chg="add mod">
          <ac:chgData name="Ala'a Al-Shaikh" userId="c7ee08cb-1331-4db2-b917-68f504fd336c" providerId="ADAL" clId="{E4DEA8FA-C312-40D8-ABD2-50162F8D0B81}" dt="2023-11-02T18:51:58.200" v="7671" actId="207"/>
          <ac:spMkLst>
            <pc:docMk/>
            <pc:sldMk cId="3530220799" sldId="367"/>
            <ac:spMk id="23" creationId="{B15362E1-CB69-93BF-BFEC-BFC41DF8F4D8}"/>
          </ac:spMkLst>
        </pc:spChg>
        <pc:spChg chg="add mod">
          <ac:chgData name="Ala'a Al-Shaikh" userId="c7ee08cb-1331-4db2-b917-68f504fd336c" providerId="ADAL" clId="{E4DEA8FA-C312-40D8-ABD2-50162F8D0B81}" dt="2023-11-02T18:53:43.789" v="7693" actId="207"/>
          <ac:spMkLst>
            <pc:docMk/>
            <pc:sldMk cId="3530220799" sldId="367"/>
            <ac:spMk id="28" creationId="{F24EAC20-725C-E609-D66F-4BCAD1CE7E0C}"/>
          </ac:spMkLst>
        </pc:spChg>
        <pc:spChg chg="add mod">
          <ac:chgData name="Ala'a Al-Shaikh" userId="c7ee08cb-1331-4db2-b917-68f504fd336c" providerId="ADAL" clId="{E4DEA8FA-C312-40D8-ABD2-50162F8D0B81}" dt="2023-11-02T18:55:33.223" v="7771" actId="13822"/>
          <ac:spMkLst>
            <pc:docMk/>
            <pc:sldMk cId="3530220799" sldId="367"/>
            <ac:spMk id="29" creationId="{C4A19979-7CB8-868A-2F6E-DAD6C131F3F6}"/>
          </ac:spMkLst>
        </pc:spChg>
        <pc:spChg chg="add mod">
          <ac:chgData name="Ala'a Al-Shaikh" userId="c7ee08cb-1331-4db2-b917-68f504fd336c" providerId="ADAL" clId="{E4DEA8FA-C312-40D8-ABD2-50162F8D0B81}" dt="2023-11-02T18:58:33.552" v="7840" actId="113"/>
          <ac:spMkLst>
            <pc:docMk/>
            <pc:sldMk cId="3530220799" sldId="367"/>
            <ac:spMk id="30" creationId="{75911FA4-A3FC-F7B5-1DB4-626B70841A0D}"/>
          </ac:spMkLst>
        </pc:spChg>
        <pc:spChg chg="add mod">
          <ac:chgData name="Ala'a Al-Shaikh" userId="c7ee08cb-1331-4db2-b917-68f504fd336c" providerId="ADAL" clId="{E4DEA8FA-C312-40D8-ABD2-50162F8D0B81}" dt="2023-11-02T18:58:39.011" v="7841" actId="108"/>
          <ac:spMkLst>
            <pc:docMk/>
            <pc:sldMk cId="3530220799" sldId="367"/>
            <ac:spMk id="31" creationId="{97B7BDF7-49E7-5461-243C-0FF40A14014D}"/>
          </ac:spMkLst>
        </pc:spChg>
        <pc:spChg chg="add mod">
          <ac:chgData name="Ala'a Al-Shaikh" userId="c7ee08cb-1331-4db2-b917-68f504fd336c" providerId="ADAL" clId="{E4DEA8FA-C312-40D8-ABD2-50162F8D0B81}" dt="2023-11-02T18:58:48.198" v="7845" actId="108"/>
          <ac:spMkLst>
            <pc:docMk/>
            <pc:sldMk cId="3530220799" sldId="367"/>
            <ac:spMk id="32" creationId="{C50713FE-BD43-91D1-6483-C0316ACBC9F7}"/>
          </ac:spMkLst>
        </pc:spChg>
        <pc:spChg chg="add mod">
          <ac:chgData name="Ala'a Al-Shaikh" userId="c7ee08cb-1331-4db2-b917-68f504fd336c" providerId="ADAL" clId="{E4DEA8FA-C312-40D8-ABD2-50162F8D0B81}" dt="2023-11-02T18:58:43.449" v="7843" actId="108"/>
          <ac:spMkLst>
            <pc:docMk/>
            <pc:sldMk cId="3530220799" sldId="367"/>
            <ac:spMk id="33" creationId="{62851947-190D-E49A-C83E-772E3D47C1E7}"/>
          </ac:spMkLst>
        </pc:spChg>
        <pc:spChg chg="add mod">
          <ac:chgData name="Ala'a Al-Shaikh" userId="c7ee08cb-1331-4db2-b917-68f504fd336c" providerId="ADAL" clId="{E4DEA8FA-C312-40D8-ABD2-50162F8D0B81}" dt="2023-11-02T18:58:45.636" v="7844" actId="108"/>
          <ac:spMkLst>
            <pc:docMk/>
            <pc:sldMk cId="3530220799" sldId="367"/>
            <ac:spMk id="34" creationId="{16825E50-6351-34FE-682D-DC22A2A0FAD6}"/>
          </ac:spMkLst>
        </pc:spChg>
        <pc:spChg chg="add mod">
          <ac:chgData name="Ala'a Al-Shaikh" userId="c7ee08cb-1331-4db2-b917-68f504fd336c" providerId="ADAL" clId="{E4DEA8FA-C312-40D8-ABD2-50162F8D0B81}" dt="2023-11-02T18:58:41.511" v="7842" actId="108"/>
          <ac:spMkLst>
            <pc:docMk/>
            <pc:sldMk cId="3530220799" sldId="367"/>
            <ac:spMk id="35" creationId="{6835F5AB-F81C-2FA7-6E66-F70D5A0197A8}"/>
          </ac:spMkLst>
        </pc:spChg>
        <pc:grpChg chg="add mod">
          <ac:chgData name="Ala'a Al-Shaikh" userId="c7ee08cb-1331-4db2-b917-68f504fd336c" providerId="ADAL" clId="{E4DEA8FA-C312-40D8-ABD2-50162F8D0B81}" dt="2023-11-02T18:48:29.026" v="7555" actId="14100"/>
          <ac:grpSpMkLst>
            <pc:docMk/>
            <pc:sldMk cId="3530220799" sldId="367"/>
            <ac:grpSpMk id="20" creationId="{44B75075-EF0D-0045-B2CE-A1E87FD56B43}"/>
          </ac:grpSpMkLst>
        </pc:grpChg>
        <pc:grpChg chg="add mod">
          <ac:chgData name="Ala'a Al-Shaikh" userId="c7ee08cb-1331-4db2-b917-68f504fd336c" providerId="ADAL" clId="{E4DEA8FA-C312-40D8-ABD2-50162F8D0B81}" dt="2023-11-02T18:53:06.245" v="7684" actId="14100"/>
          <ac:grpSpMkLst>
            <pc:docMk/>
            <pc:sldMk cId="3530220799" sldId="367"/>
            <ac:grpSpMk id="24" creationId="{FC8273BA-8878-2811-BD83-989E2BF7EFD8}"/>
          </ac:grpSpMkLst>
        </pc:grpChg>
        <pc:picChg chg="add mod ord">
          <ac:chgData name="Ala'a Al-Shaikh" userId="c7ee08cb-1331-4db2-b917-68f504fd336c" providerId="ADAL" clId="{E4DEA8FA-C312-40D8-ABD2-50162F8D0B81}" dt="2023-11-02T18:47:21.088" v="7546" actId="14100"/>
          <ac:picMkLst>
            <pc:docMk/>
            <pc:sldMk cId="3530220799" sldId="367"/>
            <ac:picMk id="7" creationId="{2F7FD855-3370-2C98-7E4B-7C400B6C9634}"/>
          </ac:picMkLst>
        </pc:picChg>
        <pc:cxnChg chg="add del mod">
          <ac:chgData name="Ala'a Al-Shaikh" userId="c7ee08cb-1331-4db2-b917-68f504fd336c" providerId="ADAL" clId="{E4DEA8FA-C312-40D8-ABD2-50162F8D0B81}" dt="2023-11-02T18:41:53.743" v="7438" actId="478"/>
          <ac:cxnSpMkLst>
            <pc:docMk/>
            <pc:sldMk cId="3530220799" sldId="367"/>
            <ac:cxnSpMk id="10" creationId="{1F201893-FD13-8B2D-C0CE-46910B5A788B}"/>
          </ac:cxnSpMkLst>
        </pc:cxnChg>
        <pc:cxnChg chg="add mod">
          <ac:chgData name="Ala'a Al-Shaikh" userId="c7ee08cb-1331-4db2-b917-68f504fd336c" providerId="ADAL" clId="{E4DEA8FA-C312-40D8-ABD2-50162F8D0B81}" dt="2023-11-02T18:44:54.771" v="7492" actId="164"/>
          <ac:cxnSpMkLst>
            <pc:docMk/>
            <pc:sldMk cId="3530220799" sldId="367"/>
            <ac:cxnSpMk id="16" creationId="{B7369637-C041-6847-CF65-5ACE00DD90E5}"/>
          </ac:cxnSpMkLst>
        </pc:cxnChg>
        <pc:cxnChg chg="add mod">
          <ac:chgData name="Ala'a Al-Shaikh" userId="c7ee08cb-1331-4db2-b917-68f504fd336c" providerId="ADAL" clId="{E4DEA8FA-C312-40D8-ABD2-50162F8D0B81}" dt="2023-11-02T18:44:54.771" v="7492" actId="164"/>
          <ac:cxnSpMkLst>
            <pc:docMk/>
            <pc:sldMk cId="3530220799" sldId="367"/>
            <ac:cxnSpMk id="18" creationId="{EB7067BA-0AE7-08F4-5034-B48D0A024BCA}"/>
          </ac:cxnSpMkLst>
        </pc:cxnChg>
        <pc:cxnChg chg="add mod">
          <ac:chgData name="Ala'a Al-Shaikh" userId="c7ee08cb-1331-4db2-b917-68f504fd336c" providerId="ADAL" clId="{E4DEA8FA-C312-40D8-ABD2-50162F8D0B81}" dt="2023-11-02T18:44:54.771" v="7492" actId="164"/>
          <ac:cxnSpMkLst>
            <pc:docMk/>
            <pc:sldMk cId="3530220799" sldId="367"/>
            <ac:cxnSpMk id="19" creationId="{FC8EF819-1B57-F79F-7715-756879236553}"/>
          </ac:cxnSpMkLst>
        </pc:cxnChg>
        <pc:cxnChg chg="mod">
          <ac:chgData name="Ala'a Al-Shaikh" userId="c7ee08cb-1331-4db2-b917-68f504fd336c" providerId="ADAL" clId="{E4DEA8FA-C312-40D8-ABD2-50162F8D0B81}" dt="2023-11-02T18:52:37.909" v="7677"/>
          <ac:cxnSpMkLst>
            <pc:docMk/>
            <pc:sldMk cId="3530220799" sldId="367"/>
            <ac:cxnSpMk id="25" creationId="{5C8A920E-B385-0808-92CA-4A232BE74D61}"/>
          </ac:cxnSpMkLst>
        </pc:cxnChg>
        <pc:cxnChg chg="mod">
          <ac:chgData name="Ala'a Al-Shaikh" userId="c7ee08cb-1331-4db2-b917-68f504fd336c" providerId="ADAL" clId="{E4DEA8FA-C312-40D8-ABD2-50162F8D0B81}" dt="2023-11-02T18:52:37.909" v="7677"/>
          <ac:cxnSpMkLst>
            <pc:docMk/>
            <pc:sldMk cId="3530220799" sldId="367"/>
            <ac:cxnSpMk id="26" creationId="{6E0DF2A7-E7AF-E3A9-F7D6-4EE73E574840}"/>
          </ac:cxnSpMkLst>
        </pc:cxnChg>
        <pc:cxnChg chg="mod">
          <ac:chgData name="Ala'a Al-Shaikh" userId="c7ee08cb-1331-4db2-b917-68f504fd336c" providerId="ADAL" clId="{E4DEA8FA-C312-40D8-ABD2-50162F8D0B81}" dt="2023-11-02T18:52:37.909" v="7677"/>
          <ac:cxnSpMkLst>
            <pc:docMk/>
            <pc:sldMk cId="3530220799" sldId="367"/>
            <ac:cxnSpMk id="27" creationId="{D7048B3E-B3E9-D635-97ED-2FBD04B520C1}"/>
          </ac:cxnSpMkLst>
        </pc:cxnChg>
      </pc:sldChg>
      <pc:sldChg chg="modSp new mod">
        <pc:chgData name="Ala'a Al-Shaikh" userId="c7ee08cb-1331-4db2-b917-68f504fd336c" providerId="ADAL" clId="{E4DEA8FA-C312-40D8-ABD2-50162F8D0B81}" dt="2023-11-02T18:36:01.032" v="7323" actId="14100"/>
        <pc:sldMkLst>
          <pc:docMk/>
          <pc:sldMk cId="3152209071" sldId="368"/>
        </pc:sldMkLst>
        <pc:spChg chg="mod">
          <ac:chgData name="Ala'a Al-Shaikh" userId="c7ee08cb-1331-4db2-b917-68f504fd336c" providerId="ADAL" clId="{E4DEA8FA-C312-40D8-ABD2-50162F8D0B81}" dt="2023-11-02T18:31:32.098" v="6594" actId="113"/>
          <ac:spMkLst>
            <pc:docMk/>
            <pc:sldMk cId="3152209071" sldId="368"/>
            <ac:spMk id="2" creationId="{77614978-F8BE-3FED-4786-3CCC2EF88B8F}"/>
          </ac:spMkLst>
        </pc:spChg>
        <pc:spChg chg="mod">
          <ac:chgData name="Ala'a Al-Shaikh" userId="c7ee08cb-1331-4db2-b917-68f504fd336c" providerId="ADAL" clId="{E4DEA8FA-C312-40D8-ABD2-50162F8D0B81}" dt="2023-11-02T18:36:01.032" v="7323" actId="14100"/>
          <ac:spMkLst>
            <pc:docMk/>
            <pc:sldMk cId="3152209071" sldId="368"/>
            <ac:spMk id="3" creationId="{B9E9BC9D-3C58-EEC8-2B0C-BA61BD0EB93B}"/>
          </ac:spMkLst>
        </pc:spChg>
      </pc:sldChg>
      <pc:sldChg chg="addSp delSp modSp new mod modClrScheme chgLayout">
        <pc:chgData name="Ala'a Al-Shaikh" userId="c7ee08cb-1331-4db2-b917-68f504fd336c" providerId="ADAL" clId="{E4DEA8FA-C312-40D8-ABD2-50162F8D0B81}" dt="2023-11-02T19:15:50.970" v="8677" actId="20577"/>
        <pc:sldMkLst>
          <pc:docMk/>
          <pc:sldMk cId="2202815912" sldId="369"/>
        </pc:sldMkLst>
        <pc:spChg chg="del mod ord">
          <ac:chgData name="Ala'a Al-Shaikh" userId="c7ee08cb-1331-4db2-b917-68f504fd336c" providerId="ADAL" clId="{E4DEA8FA-C312-40D8-ABD2-50162F8D0B81}" dt="2023-11-02T19:09:36.570" v="8206" actId="700"/>
          <ac:spMkLst>
            <pc:docMk/>
            <pc:sldMk cId="2202815912" sldId="369"/>
            <ac:spMk id="2" creationId="{89AE34A7-8708-B971-368D-06372ADBAF1B}"/>
          </ac:spMkLst>
        </pc:spChg>
        <pc:spChg chg="del">
          <ac:chgData name="Ala'a Al-Shaikh" userId="c7ee08cb-1331-4db2-b917-68f504fd336c" providerId="ADAL" clId="{E4DEA8FA-C312-40D8-ABD2-50162F8D0B81}" dt="2023-11-02T19:09:36.570" v="8206" actId="700"/>
          <ac:spMkLst>
            <pc:docMk/>
            <pc:sldMk cId="2202815912" sldId="369"/>
            <ac:spMk id="3" creationId="{9E99F935-CDAE-C8C3-D545-E54395C10F6F}"/>
          </ac:spMkLst>
        </pc:spChg>
        <pc:spChg chg="mod ord">
          <ac:chgData name="Ala'a Al-Shaikh" userId="c7ee08cb-1331-4db2-b917-68f504fd336c" providerId="ADAL" clId="{E4DEA8FA-C312-40D8-ABD2-50162F8D0B81}" dt="2023-11-02T19:09:36.570" v="8206" actId="700"/>
          <ac:spMkLst>
            <pc:docMk/>
            <pc:sldMk cId="2202815912" sldId="369"/>
            <ac:spMk id="4" creationId="{2918BA7F-F04F-31D0-0AAE-EF5A6A975D1F}"/>
          </ac:spMkLst>
        </pc:spChg>
        <pc:spChg chg="mod ord">
          <ac:chgData name="Ala'a Al-Shaikh" userId="c7ee08cb-1331-4db2-b917-68f504fd336c" providerId="ADAL" clId="{E4DEA8FA-C312-40D8-ABD2-50162F8D0B81}" dt="2023-11-02T19:09:36.570" v="8206" actId="700"/>
          <ac:spMkLst>
            <pc:docMk/>
            <pc:sldMk cId="2202815912" sldId="369"/>
            <ac:spMk id="5" creationId="{08C5DB69-4EC1-965F-71C8-83643CDAD5F2}"/>
          </ac:spMkLst>
        </pc:spChg>
        <pc:spChg chg="del mod ord">
          <ac:chgData name="Ala'a Al-Shaikh" userId="c7ee08cb-1331-4db2-b917-68f504fd336c" providerId="ADAL" clId="{E4DEA8FA-C312-40D8-ABD2-50162F8D0B81}" dt="2023-11-02T19:09:36.570" v="8206" actId="700"/>
          <ac:spMkLst>
            <pc:docMk/>
            <pc:sldMk cId="2202815912" sldId="369"/>
            <ac:spMk id="6" creationId="{767ADCE2-2E39-471A-C108-11ACE1CEC57F}"/>
          </ac:spMkLst>
        </pc:spChg>
        <pc:spChg chg="add mod ord">
          <ac:chgData name="Ala'a Al-Shaikh" userId="c7ee08cb-1331-4db2-b917-68f504fd336c" providerId="ADAL" clId="{E4DEA8FA-C312-40D8-ABD2-50162F8D0B81}" dt="2023-11-02T19:14:54.141" v="8560"/>
          <ac:spMkLst>
            <pc:docMk/>
            <pc:sldMk cId="2202815912" sldId="369"/>
            <ac:spMk id="7" creationId="{4F6C1F98-936E-86D1-9C95-39F29DCAD35E}"/>
          </ac:spMkLst>
        </pc:spChg>
        <pc:spChg chg="add mod ord">
          <ac:chgData name="Ala'a Al-Shaikh" userId="c7ee08cb-1331-4db2-b917-68f504fd336c" providerId="ADAL" clId="{E4DEA8FA-C312-40D8-ABD2-50162F8D0B81}" dt="2023-11-02T19:15:50.970" v="8677" actId="20577"/>
          <ac:spMkLst>
            <pc:docMk/>
            <pc:sldMk cId="2202815912" sldId="369"/>
            <ac:spMk id="8" creationId="{0CF71B14-3405-36EA-7DCD-76F3B15EFF21}"/>
          </ac:spMkLst>
        </pc:spChg>
      </pc:sldChg>
      <pc:sldChg chg="del">
        <pc:chgData name="Ala'a Al-Shaikh" userId="c7ee08cb-1331-4db2-b917-68f504fd336c" providerId="ADAL" clId="{E4DEA8FA-C312-40D8-ABD2-50162F8D0B81}" dt="2023-11-02T15:40:37.877" v="2" actId="47"/>
        <pc:sldMkLst>
          <pc:docMk/>
          <pc:sldMk cId="2132804999" sldId="370"/>
        </pc:sldMkLst>
      </pc:sldChg>
      <pc:sldChg chg="modSp new mod">
        <pc:chgData name="Ala'a Al-Shaikh" userId="c7ee08cb-1331-4db2-b917-68f504fd336c" providerId="ADAL" clId="{E4DEA8FA-C312-40D8-ABD2-50162F8D0B81}" dt="2023-11-02T19:16:19.223" v="8681" actId="207"/>
        <pc:sldMkLst>
          <pc:docMk/>
          <pc:sldMk cId="2960477050" sldId="370"/>
        </pc:sldMkLst>
        <pc:spChg chg="mod">
          <ac:chgData name="Ala'a Al-Shaikh" userId="c7ee08cb-1331-4db2-b917-68f504fd336c" providerId="ADAL" clId="{E4DEA8FA-C312-40D8-ABD2-50162F8D0B81}" dt="2023-11-02T19:15:04.118" v="8563" actId="113"/>
          <ac:spMkLst>
            <pc:docMk/>
            <pc:sldMk cId="2960477050" sldId="370"/>
            <ac:spMk id="2" creationId="{F4D6E6FC-18F8-A820-F8D0-F2B44E7B7F33}"/>
          </ac:spMkLst>
        </pc:spChg>
        <pc:spChg chg="mod">
          <ac:chgData name="Ala'a Al-Shaikh" userId="c7ee08cb-1331-4db2-b917-68f504fd336c" providerId="ADAL" clId="{E4DEA8FA-C312-40D8-ABD2-50162F8D0B81}" dt="2023-11-02T19:16:19.223" v="8681" actId="207"/>
          <ac:spMkLst>
            <pc:docMk/>
            <pc:sldMk cId="2960477050" sldId="370"/>
            <ac:spMk id="3" creationId="{C4D619CC-78A1-18C0-5EDF-8DCBCF08D202}"/>
          </ac:spMkLst>
        </pc:spChg>
      </pc:sldChg>
      <pc:sldChg chg="del">
        <pc:chgData name="Ala'a Al-Shaikh" userId="c7ee08cb-1331-4db2-b917-68f504fd336c" providerId="ADAL" clId="{E4DEA8FA-C312-40D8-ABD2-50162F8D0B81}" dt="2023-11-02T15:40:36.456" v="0" actId="47"/>
        <pc:sldMkLst>
          <pc:docMk/>
          <pc:sldMk cId="276016756" sldId="371"/>
        </pc:sldMkLst>
      </pc:sldChg>
      <pc:sldChg chg="modSp new mod">
        <pc:chgData name="Ala'a Al-Shaikh" userId="c7ee08cb-1331-4db2-b917-68f504fd336c" providerId="ADAL" clId="{E4DEA8FA-C312-40D8-ABD2-50162F8D0B81}" dt="2023-11-02T19:31:33.993" v="9678" actId="114"/>
        <pc:sldMkLst>
          <pc:docMk/>
          <pc:sldMk cId="865615391" sldId="371"/>
        </pc:sldMkLst>
        <pc:spChg chg="mod">
          <ac:chgData name="Ala'a Al-Shaikh" userId="c7ee08cb-1331-4db2-b917-68f504fd336c" providerId="ADAL" clId="{E4DEA8FA-C312-40D8-ABD2-50162F8D0B81}" dt="2023-11-02T19:18:02.853" v="8704" actId="113"/>
          <ac:spMkLst>
            <pc:docMk/>
            <pc:sldMk cId="865615391" sldId="371"/>
            <ac:spMk id="2" creationId="{A9C1F8AA-88E1-FC28-B921-34EB5307EE94}"/>
          </ac:spMkLst>
        </pc:spChg>
        <pc:spChg chg="mod">
          <ac:chgData name="Ala'a Al-Shaikh" userId="c7ee08cb-1331-4db2-b917-68f504fd336c" providerId="ADAL" clId="{E4DEA8FA-C312-40D8-ABD2-50162F8D0B81}" dt="2023-11-02T19:31:33.993" v="9678" actId="114"/>
          <ac:spMkLst>
            <pc:docMk/>
            <pc:sldMk cId="865615391" sldId="371"/>
            <ac:spMk id="3" creationId="{5C6357B6-4088-C0FF-5F96-ACC4A27EFACB}"/>
          </ac:spMkLst>
        </pc:spChg>
      </pc:sldChg>
      <pc:sldChg chg="modSp new mod">
        <pc:chgData name="Ala'a Al-Shaikh" userId="c7ee08cb-1331-4db2-b917-68f504fd336c" providerId="ADAL" clId="{E4DEA8FA-C312-40D8-ABD2-50162F8D0B81}" dt="2023-11-02T19:25:10.114" v="9077" actId="27636"/>
        <pc:sldMkLst>
          <pc:docMk/>
          <pc:sldMk cId="706252746" sldId="372"/>
        </pc:sldMkLst>
        <pc:spChg chg="mod">
          <ac:chgData name="Ala'a Al-Shaikh" userId="c7ee08cb-1331-4db2-b917-68f504fd336c" providerId="ADAL" clId="{E4DEA8FA-C312-40D8-ABD2-50162F8D0B81}" dt="2023-11-02T19:20:52.543" v="8748" actId="6549"/>
          <ac:spMkLst>
            <pc:docMk/>
            <pc:sldMk cId="706252746" sldId="372"/>
            <ac:spMk id="2" creationId="{77B2768F-9DE2-3A8D-E40D-DFCF803648D7}"/>
          </ac:spMkLst>
        </pc:spChg>
        <pc:spChg chg="mod">
          <ac:chgData name="Ala'a Al-Shaikh" userId="c7ee08cb-1331-4db2-b917-68f504fd336c" providerId="ADAL" clId="{E4DEA8FA-C312-40D8-ABD2-50162F8D0B81}" dt="2023-11-02T19:25:10.114" v="9077" actId="27636"/>
          <ac:spMkLst>
            <pc:docMk/>
            <pc:sldMk cId="706252746" sldId="372"/>
            <ac:spMk id="3" creationId="{512D8638-BB80-99CB-A59F-48E5BAD0C0CE}"/>
          </ac:spMkLst>
        </pc:spChg>
      </pc:sldChg>
      <pc:sldChg chg="del">
        <pc:chgData name="Ala'a Al-Shaikh" userId="c7ee08cb-1331-4db2-b917-68f504fd336c" providerId="ADAL" clId="{E4DEA8FA-C312-40D8-ABD2-50162F8D0B81}" dt="2023-11-02T15:40:36.924" v="1" actId="47"/>
        <pc:sldMkLst>
          <pc:docMk/>
          <pc:sldMk cId="770477524" sldId="372"/>
        </pc:sldMkLst>
      </pc:sldChg>
      <pc:sldChg chg="del">
        <pc:chgData name="Ala'a Al-Shaikh" userId="c7ee08cb-1331-4db2-b917-68f504fd336c" providerId="ADAL" clId="{E4DEA8FA-C312-40D8-ABD2-50162F8D0B81}" dt="2023-11-02T15:40:38.143" v="6" actId="47"/>
        <pc:sldMkLst>
          <pc:docMk/>
          <pc:sldMk cId="353414452" sldId="373"/>
        </pc:sldMkLst>
      </pc:sldChg>
      <pc:sldChg chg="modSp new mod">
        <pc:chgData name="Ala'a Al-Shaikh" userId="c7ee08cb-1331-4db2-b917-68f504fd336c" providerId="ADAL" clId="{E4DEA8FA-C312-40D8-ABD2-50162F8D0B81}" dt="2023-11-02T19:37:26.195" v="10299" actId="2711"/>
        <pc:sldMkLst>
          <pc:docMk/>
          <pc:sldMk cId="4079588334" sldId="373"/>
        </pc:sldMkLst>
        <pc:spChg chg="mod">
          <ac:chgData name="Ala'a Al-Shaikh" userId="c7ee08cb-1331-4db2-b917-68f504fd336c" providerId="ADAL" clId="{E4DEA8FA-C312-40D8-ABD2-50162F8D0B81}" dt="2023-11-02T19:36:00.859" v="10059" actId="20577"/>
          <ac:spMkLst>
            <pc:docMk/>
            <pc:sldMk cId="4079588334" sldId="373"/>
            <ac:spMk id="2" creationId="{3A62A21E-6A8F-3601-1F0F-004249E038AE}"/>
          </ac:spMkLst>
        </pc:spChg>
        <pc:spChg chg="mod">
          <ac:chgData name="Ala'a Al-Shaikh" userId="c7ee08cb-1331-4db2-b917-68f504fd336c" providerId="ADAL" clId="{E4DEA8FA-C312-40D8-ABD2-50162F8D0B81}" dt="2023-11-02T19:37:26.195" v="10299" actId="2711"/>
          <ac:spMkLst>
            <pc:docMk/>
            <pc:sldMk cId="4079588334" sldId="373"/>
            <ac:spMk id="3" creationId="{90AD1DD0-C377-5E82-0C16-38CD3EB569F4}"/>
          </ac:spMkLst>
        </pc:spChg>
      </pc:sldChg>
      <pc:sldChg chg="addSp delSp modSp new mod">
        <pc:chgData name="Ala'a Al-Shaikh" userId="c7ee08cb-1331-4db2-b917-68f504fd336c" providerId="ADAL" clId="{E4DEA8FA-C312-40D8-ABD2-50162F8D0B81}" dt="2023-11-02T19:41:10.816" v="10319" actId="20577"/>
        <pc:sldMkLst>
          <pc:docMk/>
          <pc:sldMk cId="759606073" sldId="374"/>
        </pc:sldMkLst>
        <pc:spChg chg="mod">
          <ac:chgData name="Ala'a Al-Shaikh" userId="c7ee08cb-1331-4db2-b917-68f504fd336c" providerId="ADAL" clId="{E4DEA8FA-C312-40D8-ABD2-50162F8D0B81}" dt="2023-11-02T19:41:10.816" v="10319" actId="20577"/>
          <ac:spMkLst>
            <pc:docMk/>
            <pc:sldMk cId="759606073" sldId="374"/>
            <ac:spMk id="2" creationId="{4E7CF76C-9EF6-2507-4C86-36F5B7C3A943}"/>
          </ac:spMkLst>
        </pc:spChg>
        <pc:spChg chg="del">
          <ac:chgData name="Ala'a Al-Shaikh" userId="c7ee08cb-1331-4db2-b917-68f504fd336c" providerId="ADAL" clId="{E4DEA8FA-C312-40D8-ABD2-50162F8D0B81}" dt="2023-11-02T19:40:31" v="10301" actId="22"/>
          <ac:spMkLst>
            <pc:docMk/>
            <pc:sldMk cId="759606073" sldId="374"/>
            <ac:spMk id="3" creationId="{A2512653-3D8A-4535-CBDF-B8FF2C055B60}"/>
          </ac:spMkLst>
        </pc:spChg>
        <pc:picChg chg="add mod ord">
          <ac:chgData name="Ala'a Al-Shaikh" userId="c7ee08cb-1331-4db2-b917-68f504fd336c" providerId="ADAL" clId="{E4DEA8FA-C312-40D8-ABD2-50162F8D0B81}" dt="2023-11-02T19:40:53.483" v="10308" actId="1076"/>
          <ac:picMkLst>
            <pc:docMk/>
            <pc:sldMk cId="759606073" sldId="374"/>
            <ac:picMk id="7" creationId="{D28E153C-79B4-3B6F-7920-4B2E9411E83C}"/>
          </ac:picMkLst>
        </pc:picChg>
      </pc:sldChg>
      <pc:sldChg chg="del">
        <pc:chgData name="Ala'a Al-Shaikh" userId="c7ee08cb-1331-4db2-b917-68f504fd336c" providerId="ADAL" clId="{E4DEA8FA-C312-40D8-ABD2-50162F8D0B81}" dt="2023-11-02T15:40:37.924" v="3" actId="47"/>
        <pc:sldMkLst>
          <pc:docMk/>
          <pc:sldMk cId="977574767" sldId="374"/>
        </pc:sldMkLst>
      </pc:sldChg>
      <pc:sldChg chg="del">
        <pc:chgData name="Ala'a Al-Shaikh" userId="c7ee08cb-1331-4db2-b917-68f504fd336c" providerId="ADAL" clId="{E4DEA8FA-C312-40D8-ABD2-50162F8D0B81}" dt="2023-11-02T15:40:37.955" v="4" actId="47"/>
        <pc:sldMkLst>
          <pc:docMk/>
          <pc:sldMk cId="1421798313" sldId="375"/>
        </pc:sldMkLst>
      </pc:sldChg>
      <pc:sldChg chg="modSp new del mod">
        <pc:chgData name="Ala'a Al-Shaikh" userId="c7ee08cb-1331-4db2-b917-68f504fd336c" providerId="ADAL" clId="{E4DEA8FA-C312-40D8-ABD2-50162F8D0B81}" dt="2023-11-02T20:47:00.462" v="10613" actId="2696"/>
        <pc:sldMkLst>
          <pc:docMk/>
          <pc:sldMk cId="2545917707" sldId="375"/>
        </pc:sldMkLst>
        <pc:spChg chg="mod">
          <ac:chgData name="Ala'a Al-Shaikh" userId="c7ee08cb-1331-4db2-b917-68f504fd336c" providerId="ADAL" clId="{E4DEA8FA-C312-40D8-ABD2-50162F8D0B81}" dt="2023-11-02T20:42:17.845" v="10321"/>
          <ac:spMkLst>
            <pc:docMk/>
            <pc:sldMk cId="2545917707" sldId="375"/>
            <ac:spMk id="2" creationId="{7B10F201-CE59-8998-896F-C1A1AE795131}"/>
          </ac:spMkLst>
        </pc:spChg>
        <pc:spChg chg="mod">
          <ac:chgData name="Ala'a Al-Shaikh" userId="c7ee08cb-1331-4db2-b917-68f504fd336c" providerId="ADAL" clId="{E4DEA8FA-C312-40D8-ABD2-50162F8D0B81}" dt="2023-11-02T20:43:44.518" v="10611" actId="113"/>
          <ac:spMkLst>
            <pc:docMk/>
            <pc:sldMk cId="2545917707" sldId="375"/>
            <ac:spMk id="3" creationId="{C1BABA8D-DC03-F8E9-127B-2FA0976AA316}"/>
          </ac:spMkLst>
        </pc:spChg>
      </pc:sldChg>
      <pc:sldChg chg="del">
        <pc:chgData name="Ala'a Al-Shaikh" userId="c7ee08cb-1331-4db2-b917-68f504fd336c" providerId="ADAL" clId="{E4DEA8FA-C312-40D8-ABD2-50162F8D0B81}" dt="2023-11-02T15:40:37.987" v="5" actId="47"/>
        <pc:sldMkLst>
          <pc:docMk/>
          <pc:sldMk cId="316400982" sldId="376"/>
        </pc:sldMkLst>
      </pc:sldChg>
      <pc:sldChg chg="modSp new mod">
        <pc:chgData name="Ala'a Al-Shaikh" userId="c7ee08cb-1331-4db2-b917-68f504fd336c" providerId="ADAL" clId="{E4DEA8FA-C312-40D8-ABD2-50162F8D0B81}" dt="2023-11-02T20:52:46.266" v="11654" actId="27636"/>
        <pc:sldMkLst>
          <pc:docMk/>
          <pc:sldMk cId="1458514886" sldId="376"/>
        </pc:sldMkLst>
        <pc:spChg chg="mod">
          <ac:chgData name="Ala'a Al-Shaikh" userId="c7ee08cb-1331-4db2-b917-68f504fd336c" providerId="ADAL" clId="{E4DEA8FA-C312-40D8-ABD2-50162F8D0B81}" dt="2023-11-02T20:47:26.867" v="10632" actId="113"/>
          <ac:spMkLst>
            <pc:docMk/>
            <pc:sldMk cId="1458514886" sldId="376"/>
            <ac:spMk id="2" creationId="{77AAB6E8-057D-9C3C-5F48-E9E4746E479F}"/>
          </ac:spMkLst>
        </pc:spChg>
        <pc:spChg chg="mod">
          <ac:chgData name="Ala'a Al-Shaikh" userId="c7ee08cb-1331-4db2-b917-68f504fd336c" providerId="ADAL" clId="{E4DEA8FA-C312-40D8-ABD2-50162F8D0B81}" dt="2023-11-02T20:52:46.266" v="11654" actId="27636"/>
          <ac:spMkLst>
            <pc:docMk/>
            <pc:sldMk cId="1458514886" sldId="376"/>
            <ac:spMk id="3" creationId="{8D2AC723-5E43-05D9-7000-BA4FBF45E3EA}"/>
          </ac:spMkLst>
        </pc:spChg>
      </pc:sldChg>
      <pc:sldChg chg="addSp delSp modSp new mod">
        <pc:chgData name="Ala'a Al-Shaikh" userId="c7ee08cb-1331-4db2-b917-68f504fd336c" providerId="ADAL" clId="{E4DEA8FA-C312-40D8-ABD2-50162F8D0B81}" dt="2023-11-02T20:55:06.076" v="11673" actId="20577"/>
        <pc:sldMkLst>
          <pc:docMk/>
          <pc:sldMk cId="266811950" sldId="377"/>
        </pc:sldMkLst>
        <pc:spChg chg="mod">
          <ac:chgData name="Ala'a Al-Shaikh" userId="c7ee08cb-1331-4db2-b917-68f504fd336c" providerId="ADAL" clId="{E4DEA8FA-C312-40D8-ABD2-50162F8D0B81}" dt="2023-11-02T20:55:06.076" v="11673" actId="20577"/>
          <ac:spMkLst>
            <pc:docMk/>
            <pc:sldMk cId="266811950" sldId="377"/>
            <ac:spMk id="2" creationId="{218E5A2B-F944-D0D7-5029-9A1D61820FB9}"/>
          </ac:spMkLst>
        </pc:spChg>
        <pc:spChg chg="del">
          <ac:chgData name="Ala'a Al-Shaikh" userId="c7ee08cb-1331-4db2-b917-68f504fd336c" providerId="ADAL" clId="{E4DEA8FA-C312-40D8-ABD2-50162F8D0B81}" dt="2023-11-02T20:54:39.101" v="11656" actId="22"/>
          <ac:spMkLst>
            <pc:docMk/>
            <pc:sldMk cId="266811950" sldId="377"/>
            <ac:spMk id="3" creationId="{3098F8CE-F2BB-5266-3940-D6B395F52ED1}"/>
          </ac:spMkLst>
        </pc:spChg>
        <pc:picChg chg="add mod ord">
          <ac:chgData name="Ala'a Al-Shaikh" userId="c7ee08cb-1331-4db2-b917-68f504fd336c" providerId="ADAL" clId="{E4DEA8FA-C312-40D8-ABD2-50162F8D0B81}" dt="2023-11-02T20:54:54.386" v="11662" actId="1076"/>
          <ac:picMkLst>
            <pc:docMk/>
            <pc:sldMk cId="266811950" sldId="377"/>
            <ac:picMk id="7" creationId="{1AEF41FA-51FB-7DF9-E8E4-32ED141622AD}"/>
          </ac:picMkLst>
        </pc:picChg>
      </pc:sldChg>
      <pc:sldChg chg="del">
        <pc:chgData name="Ala'a Al-Shaikh" userId="c7ee08cb-1331-4db2-b917-68f504fd336c" providerId="ADAL" clId="{E4DEA8FA-C312-40D8-ABD2-50162F8D0B81}" dt="2023-11-02T15:40:38.377" v="7" actId="47"/>
        <pc:sldMkLst>
          <pc:docMk/>
          <pc:sldMk cId="1163430011" sldId="377"/>
        </pc:sldMkLst>
      </pc:sldChg>
      <pc:sldChg chg="modSp new mod">
        <pc:chgData name="Ala'a Al-Shaikh" userId="c7ee08cb-1331-4db2-b917-68f504fd336c" providerId="ADAL" clId="{E4DEA8FA-C312-40D8-ABD2-50162F8D0B81}" dt="2023-11-02T21:01:33.848" v="12183" actId="14100"/>
        <pc:sldMkLst>
          <pc:docMk/>
          <pc:sldMk cId="1938338896" sldId="378"/>
        </pc:sldMkLst>
        <pc:spChg chg="mod">
          <ac:chgData name="Ala'a Al-Shaikh" userId="c7ee08cb-1331-4db2-b917-68f504fd336c" providerId="ADAL" clId="{E4DEA8FA-C312-40D8-ABD2-50162F8D0B81}" dt="2023-11-02T20:56:27.488" v="11740" actId="6549"/>
          <ac:spMkLst>
            <pc:docMk/>
            <pc:sldMk cId="1938338896" sldId="378"/>
            <ac:spMk id="2" creationId="{2E93CB7D-72F4-74B9-2073-EC8AA814076F}"/>
          </ac:spMkLst>
        </pc:spChg>
        <pc:spChg chg="mod">
          <ac:chgData name="Ala'a Al-Shaikh" userId="c7ee08cb-1331-4db2-b917-68f504fd336c" providerId="ADAL" clId="{E4DEA8FA-C312-40D8-ABD2-50162F8D0B81}" dt="2023-11-02T21:01:33.848" v="12183" actId="14100"/>
          <ac:spMkLst>
            <pc:docMk/>
            <pc:sldMk cId="1938338896" sldId="378"/>
            <ac:spMk id="3" creationId="{94C41BB3-39F4-3177-7971-60913036E0C2}"/>
          </ac:spMkLst>
        </pc:spChg>
      </pc:sldChg>
      <pc:sldChg chg="del">
        <pc:chgData name="Ala'a Al-Shaikh" userId="c7ee08cb-1331-4db2-b917-68f504fd336c" providerId="ADAL" clId="{E4DEA8FA-C312-40D8-ABD2-50162F8D0B81}" dt="2023-11-02T15:40:38.549" v="8" actId="47"/>
        <pc:sldMkLst>
          <pc:docMk/>
          <pc:sldMk cId="2015437730" sldId="378"/>
        </pc:sldMkLst>
      </pc:sldChg>
      <pc:sldChg chg="del">
        <pc:chgData name="Ala'a Al-Shaikh" userId="c7ee08cb-1331-4db2-b917-68f504fd336c" providerId="ADAL" clId="{E4DEA8FA-C312-40D8-ABD2-50162F8D0B81}" dt="2023-11-02T15:40:38.799" v="9" actId="47"/>
        <pc:sldMkLst>
          <pc:docMk/>
          <pc:sldMk cId="2069233487" sldId="379"/>
        </pc:sldMkLst>
      </pc:sldChg>
      <pc:sldChg chg="addSp modSp new mod">
        <pc:chgData name="Ala'a Al-Shaikh" userId="c7ee08cb-1331-4db2-b917-68f504fd336c" providerId="ADAL" clId="{E4DEA8FA-C312-40D8-ABD2-50162F8D0B81}" dt="2023-11-02T21:04:21.527" v="12374" actId="20577"/>
        <pc:sldMkLst>
          <pc:docMk/>
          <pc:sldMk cId="2873837635" sldId="379"/>
        </pc:sldMkLst>
        <pc:spChg chg="mod">
          <ac:chgData name="Ala'a Al-Shaikh" userId="c7ee08cb-1331-4db2-b917-68f504fd336c" providerId="ADAL" clId="{E4DEA8FA-C312-40D8-ABD2-50162F8D0B81}" dt="2023-11-02T21:01:40.473" v="12195" actId="113"/>
          <ac:spMkLst>
            <pc:docMk/>
            <pc:sldMk cId="2873837635" sldId="379"/>
            <ac:spMk id="2" creationId="{EBA7230B-81C7-6BBA-ED16-76C2BDDC2245}"/>
          </ac:spMkLst>
        </pc:spChg>
        <pc:spChg chg="mod">
          <ac:chgData name="Ala'a Al-Shaikh" userId="c7ee08cb-1331-4db2-b917-68f504fd336c" providerId="ADAL" clId="{E4DEA8FA-C312-40D8-ABD2-50162F8D0B81}" dt="2023-11-02T21:03:21.130" v="12328" actId="14100"/>
          <ac:spMkLst>
            <pc:docMk/>
            <pc:sldMk cId="2873837635" sldId="379"/>
            <ac:spMk id="3" creationId="{F34EC0C5-89CA-CD2E-3759-5B0545E15F24}"/>
          </ac:spMkLst>
        </pc:spChg>
        <pc:graphicFrameChg chg="add mod modGraphic">
          <ac:chgData name="Ala'a Al-Shaikh" userId="c7ee08cb-1331-4db2-b917-68f504fd336c" providerId="ADAL" clId="{E4DEA8FA-C312-40D8-ABD2-50162F8D0B81}" dt="2023-11-02T21:04:21.527" v="12374" actId="20577"/>
          <ac:graphicFrameMkLst>
            <pc:docMk/>
            <pc:sldMk cId="2873837635" sldId="379"/>
            <ac:graphicFrameMk id="6" creationId="{A06CE341-EC33-3CA4-6F16-7788FB34C077}"/>
          </ac:graphicFrameMkLst>
        </pc:graphicFrameChg>
      </pc:sldChg>
      <pc:sldChg chg="modSp new mod">
        <pc:chgData name="Ala'a Al-Shaikh" userId="c7ee08cb-1331-4db2-b917-68f504fd336c" providerId="ADAL" clId="{E4DEA8FA-C312-40D8-ABD2-50162F8D0B81}" dt="2023-11-02T21:06:15.799" v="12452" actId="20577"/>
        <pc:sldMkLst>
          <pc:docMk/>
          <pc:sldMk cId="2008090245" sldId="380"/>
        </pc:sldMkLst>
        <pc:spChg chg="mod">
          <ac:chgData name="Ala'a Al-Shaikh" userId="c7ee08cb-1331-4db2-b917-68f504fd336c" providerId="ADAL" clId="{E4DEA8FA-C312-40D8-ABD2-50162F8D0B81}" dt="2023-11-02T21:04:58.014" v="12416" actId="113"/>
          <ac:spMkLst>
            <pc:docMk/>
            <pc:sldMk cId="2008090245" sldId="380"/>
            <ac:spMk id="2" creationId="{924C33B6-A624-D819-1195-41E022038AB4}"/>
          </ac:spMkLst>
        </pc:spChg>
        <pc:spChg chg="mod">
          <ac:chgData name="Ala'a Al-Shaikh" userId="c7ee08cb-1331-4db2-b917-68f504fd336c" providerId="ADAL" clId="{E4DEA8FA-C312-40D8-ABD2-50162F8D0B81}" dt="2023-11-02T21:06:15.799" v="12452" actId="20577"/>
          <ac:spMkLst>
            <pc:docMk/>
            <pc:sldMk cId="2008090245" sldId="380"/>
            <ac:spMk id="3" creationId="{D90DF4D3-FC48-0276-582E-F0FF2D4875B1}"/>
          </ac:spMkLst>
        </pc:spChg>
      </pc:sldChg>
      <pc:sldChg chg="del">
        <pc:chgData name="Ala'a Al-Shaikh" userId="c7ee08cb-1331-4db2-b917-68f504fd336c" providerId="ADAL" clId="{E4DEA8FA-C312-40D8-ABD2-50162F8D0B81}" dt="2023-11-02T15:40:38.987" v="10" actId="47"/>
        <pc:sldMkLst>
          <pc:docMk/>
          <pc:sldMk cId="2408050719" sldId="380"/>
        </pc:sldMkLst>
      </pc:sldChg>
      <pc:sldChg chg="addSp modSp new mod">
        <pc:chgData name="Ala'a Al-Shaikh" userId="c7ee08cb-1331-4db2-b917-68f504fd336c" providerId="ADAL" clId="{E4DEA8FA-C312-40D8-ABD2-50162F8D0B81}" dt="2023-11-02T21:11:16.504" v="12571" actId="14100"/>
        <pc:sldMkLst>
          <pc:docMk/>
          <pc:sldMk cId="1487270908" sldId="381"/>
        </pc:sldMkLst>
        <pc:spChg chg="mod">
          <ac:chgData name="Ala'a Al-Shaikh" userId="c7ee08cb-1331-4db2-b917-68f504fd336c" providerId="ADAL" clId="{E4DEA8FA-C312-40D8-ABD2-50162F8D0B81}" dt="2023-11-02T21:06:50.112" v="12461" actId="113"/>
          <ac:spMkLst>
            <pc:docMk/>
            <pc:sldMk cId="1487270908" sldId="381"/>
            <ac:spMk id="2" creationId="{8C57A20D-3DD3-5895-1554-C56E3FA67BDA}"/>
          </ac:spMkLst>
        </pc:spChg>
        <pc:spChg chg="mod">
          <ac:chgData name="Ala'a Al-Shaikh" userId="c7ee08cb-1331-4db2-b917-68f504fd336c" providerId="ADAL" clId="{E4DEA8FA-C312-40D8-ABD2-50162F8D0B81}" dt="2023-11-02T21:11:16.504" v="12571" actId="14100"/>
          <ac:spMkLst>
            <pc:docMk/>
            <pc:sldMk cId="1487270908" sldId="381"/>
            <ac:spMk id="3" creationId="{26DD1C75-C529-8C19-133C-6CB0BCEBD521}"/>
          </ac:spMkLst>
        </pc:spChg>
        <pc:spChg chg="add mod">
          <ac:chgData name="Ala'a Al-Shaikh" userId="c7ee08cb-1331-4db2-b917-68f504fd336c" providerId="ADAL" clId="{E4DEA8FA-C312-40D8-ABD2-50162F8D0B81}" dt="2023-11-02T21:08:35.669" v="12478" actId="15"/>
          <ac:spMkLst>
            <pc:docMk/>
            <pc:sldMk cId="1487270908" sldId="381"/>
            <ac:spMk id="6" creationId="{0B8E70DA-4D89-F328-56FC-C8C07D100CB0}"/>
          </ac:spMkLst>
        </pc:spChg>
      </pc:sldChg>
      <pc:sldChg chg="del">
        <pc:chgData name="Ala'a Al-Shaikh" userId="c7ee08cb-1331-4db2-b917-68f504fd336c" providerId="ADAL" clId="{E4DEA8FA-C312-40D8-ABD2-50162F8D0B81}" dt="2023-11-02T15:40:39.268" v="11" actId="47"/>
        <pc:sldMkLst>
          <pc:docMk/>
          <pc:sldMk cId="3436729101" sldId="381"/>
        </pc:sldMkLst>
      </pc:sldChg>
      <pc:sldChg chg="del">
        <pc:chgData name="Ala'a Al-Shaikh" userId="c7ee08cb-1331-4db2-b917-68f504fd336c" providerId="ADAL" clId="{E4DEA8FA-C312-40D8-ABD2-50162F8D0B81}" dt="2023-11-02T15:40:39.440" v="12" actId="47"/>
        <pc:sldMkLst>
          <pc:docMk/>
          <pc:sldMk cId="1924606829" sldId="382"/>
        </pc:sldMkLst>
      </pc:sldChg>
      <pc:sldChg chg="del">
        <pc:chgData name="Ala'a Al-Shaikh" userId="c7ee08cb-1331-4db2-b917-68f504fd336c" providerId="ADAL" clId="{E4DEA8FA-C312-40D8-ABD2-50162F8D0B81}" dt="2023-11-02T15:40:39.721" v="13" actId="47"/>
        <pc:sldMkLst>
          <pc:docMk/>
          <pc:sldMk cId="864717621" sldId="383"/>
        </pc:sldMkLst>
      </pc:sldChg>
      <pc:sldChg chg="del">
        <pc:chgData name="Ala'a Al-Shaikh" userId="c7ee08cb-1331-4db2-b917-68f504fd336c" providerId="ADAL" clId="{E4DEA8FA-C312-40D8-ABD2-50162F8D0B81}" dt="2023-11-02T15:40:39.815" v="14" actId="47"/>
        <pc:sldMkLst>
          <pc:docMk/>
          <pc:sldMk cId="393540589" sldId="384"/>
        </pc:sldMkLst>
      </pc:sldChg>
      <pc:sldChg chg="del">
        <pc:chgData name="Ala'a Al-Shaikh" userId="c7ee08cb-1331-4db2-b917-68f504fd336c" providerId="ADAL" clId="{E4DEA8FA-C312-40D8-ABD2-50162F8D0B81}" dt="2023-11-02T15:40:40.080" v="15" actId="47"/>
        <pc:sldMkLst>
          <pc:docMk/>
          <pc:sldMk cId="384698129" sldId="3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24CAB3C3-2BCE-4207-AA4A-342A69D94A6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922392F1-6902-45CB-AA19-E1489FD11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0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C8303-D7AF-4B58-B435-7240992D907C}" type="slidenum">
              <a:rPr lang="ar-JO" smtClean="0"/>
              <a:pPr/>
              <a:t>1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718029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C8303-D7AF-4B58-B435-7240992D907C}" type="slidenum">
              <a:rPr lang="ar-JO" smtClean="0"/>
              <a:pPr/>
              <a:t>2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340784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C8303-D7AF-4B58-B435-7240992D907C}" type="slidenum">
              <a:rPr lang="ar-JO" smtClean="0"/>
              <a:pPr/>
              <a:t>3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3832833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EF753-49F7-4B29-88E3-A35D6CF846D0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940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566" y="182562"/>
            <a:ext cx="10515600" cy="636361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566" y="1184048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3F06-A817-4FBF-8155-47276A1EC451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56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097281"/>
            <a:ext cx="10515600" cy="4992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7173-99A5-4226-9C92-5BCBF2449987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5" y="161676"/>
            <a:ext cx="10515600" cy="678133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785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6355"/>
            <a:ext cx="5181600" cy="5021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46355"/>
            <a:ext cx="5181600" cy="5021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5456-ADE6-4EE8-8A79-F567DB1618C4}" type="datetime1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182562"/>
            <a:ext cx="10515600" cy="636361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8466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08898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12898"/>
            <a:ext cx="5157787" cy="4339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8898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12898"/>
            <a:ext cx="5183188" cy="4339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ED6B1-62C6-4294-82AE-FF4517110F1C}" type="datetime1">
              <a:rPr lang="en-US" smtClean="0"/>
              <a:t>3/5/2024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230460"/>
            <a:ext cx="10515600" cy="540566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53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001A2-46D0-49EE-8B26-D903682AA4B3}" type="datetime1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239168"/>
            <a:ext cx="10515600" cy="523149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919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A567-B840-448C-B53F-8EAFCA7D7542}" type="datetime1">
              <a:rPr lang="en-US" smtClean="0"/>
              <a:t>3/5/2024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761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01486"/>
            <a:ext cx="3932237" cy="10559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DA26-0316-4482-9915-7F7CA0459C46}" type="datetime1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52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62446"/>
            <a:ext cx="3932237" cy="99495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062446"/>
            <a:ext cx="6172200" cy="47986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9757-597A-4716-9868-2A9BAA42268A}" type="datetime1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223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8" y="182562"/>
            <a:ext cx="10515600" cy="636361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01485"/>
            <a:ext cx="10515600" cy="5175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DD74-7FC1-4560-BA04-4A98CBBC72DD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2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001485"/>
            <a:ext cx="2628900" cy="51754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01485"/>
            <a:ext cx="7734300" cy="5175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730-03AE-46D4-AC8D-5AFAE4C9381A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524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228" y="1101228"/>
            <a:ext cx="10994572" cy="5075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FC1B7-A495-4ECA-B996-A02F28FB06B5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9228" y="280331"/>
            <a:ext cx="10515600" cy="540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729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3554" y="345053"/>
            <a:ext cx="8592127" cy="56934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Computer Programming 2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50A834-B975-0C7A-22B1-05F5D93D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>
                <a:solidFill>
                  <a:schemeClr val="tx1"/>
                </a:solidFill>
              </a:rPr>
              <a:t>1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304" y="1103015"/>
            <a:ext cx="4103392" cy="5253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871" y="1658591"/>
            <a:ext cx="11083637" cy="35408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6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One</a:t>
            </a:r>
            <a:br>
              <a:rPr lang="en-US" sz="6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Review: Methods</a:t>
            </a:r>
            <a:endParaRPr lang="ar-JO" sz="6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50A834-B975-0C7A-22B1-05F5D93D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440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97494" y="219651"/>
            <a:ext cx="8229600" cy="65321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Outline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0510"/>
            <a:ext cx="9400309" cy="5483488"/>
          </a:xfrm>
        </p:spPr>
        <p:txBody>
          <a:bodyPr>
            <a:noAutofit/>
          </a:bodyPr>
          <a:lstStyle/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Method?</a:t>
            </a: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Declaration</a:t>
            </a: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Methods</a:t>
            </a: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Methods</a:t>
            </a: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Methods</a:t>
            </a: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Variables</a:t>
            </a: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7B27D6-C4F1-2814-5E15-07F895C5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3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13753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C1F6-27B7-4C76-B822-8FE4592F8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Method?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07176-02BE-D048-3B35-77E74326D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66" y="1184048"/>
            <a:ext cx="11388634" cy="501355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block that contains a group of statements that perform an operation.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Remember, that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Java are enclosed between { and }.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are also called: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Procedures.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Subroutines.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is an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classes as templates to create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object has a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Objects’ behaviors are represented in Java using methods.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F38F8-CDE9-2EB1-C047-E3FBC45F4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752703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A4EBB-ECC7-3BAF-56BA-0DB67231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4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094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F4128E-236E-A1F1-3F60-720E92ADF038}"/>
              </a:ext>
            </a:extLst>
          </p:cNvPr>
          <p:cNvSpPr/>
          <p:nvPr/>
        </p:nvSpPr>
        <p:spPr>
          <a:xfrm>
            <a:off x="609333" y="2081829"/>
            <a:ext cx="11093140" cy="19914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8DDD0-33FE-2A8E-20AF-987B020C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235" y="1033784"/>
            <a:ext cx="11052565" cy="523770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must be declared within classes.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syntax to declare a method is as follows: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7663" indent="0">
              <a:lnSpc>
                <a:spcPct val="100000"/>
              </a:lnSpc>
              <a:spcBef>
                <a:spcPts val="0"/>
              </a:spcBef>
              <a:buNone/>
              <a:tabLst>
                <a:tab pos="347663" algn="l"/>
              </a:tabLst>
            </a:pPr>
            <a:r>
              <a:rPr lang="en-US" sz="2400" dirty="0">
                <a:latin typeface="Cascadia Code" panose="020B0609020000020004"/>
                <a:cs typeface="Times New Roman" panose="02020603050405020304" pitchFamily="18" charset="0"/>
              </a:rPr>
              <a:t>[modifier][</a:t>
            </a:r>
            <a:r>
              <a:rPr lang="en-US" sz="2400" dirty="0">
                <a:solidFill>
                  <a:srgbClr val="0070C0"/>
                </a:solidFill>
                <a:latin typeface="Cascadia Code" panose="020B0609020000020004"/>
                <a:cs typeface="Times New Roman" panose="02020603050405020304" pitchFamily="18" charset="0"/>
              </a:rPr>
              <a:t>static</a:t>
            </a:r>
            <a:r>
              <a:rPr lang="en-US" sz="2400" dirty="0">
                <a:latin typeface="Cascadia Code" panose="020B0609020000020004"/>
                <a:cs typeface="Times New Roman" panose="02020603050405020304" pitchFamily="18" charset="0"/>
              </a:rPr>
              <a:t>] </a:t>
            </a:r>
            <a:r>
              <a:rPr lang="en-US" sz="2400" dirty="0" err="1">
                <a:latin typeface="Cascadia Code" panose="020B0609020000020004"/>
                <a:cs typeface="Times New Roman" panose="02020603050405020304" pitchFamily="18" charset="0"/>
              </a:rPr>
              <a:t>returnType</a:t>
            </a:r>
            <a:r>
              <a:rPr lang="en-US" sz="2400" dirty="0">
                <a:latin typeface="Cascadia Code" panose="020B0609020000020004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Cascadia Code" panose="020B0609020000020004"/>
                <a:cs typeface="Times New Roman" panose="02020603050405020304" pitchFamily="18" charset="0"/>
              </a:rPr>
              <a:t>methodName</a:t>
            </a:r>
            <a:r>
              <a:rPr lang="en-US" sz="2400" dirty="0">
                <a:latin typeface="Cascadia Code" panose="020B0609020000020004"/>
                <a:cs typeface="Times New Roman" panose="02020603050405020304" pitchFamily="18" charset="0"/>
              </a:rPr>
              <a:t>([</a:t>
            </a:r>
            <a:r>
              <a:rPr lang="en-US" sz="2400" dirty="0" err="1">
                <a:latin typeface="Cascadia Code" panose="020B0609020000020004"/>
                <a:cs typeface="Times New Roman" panose="02020603050405020304" pitchFamily="18" charset="0"/>
              </a:rPr>
              <a:t>parameter_list</a:t>
            </a:r>
            <a:r>
              <a:rPr lang="en-US" sz="2400" dirty="0">
                <a:latin typeface="Cascadia Code" panose="020B0609020000020004"/>
                <a:cs typeface="Times New Roman" panose="02020603050405020304" pitchFamily="18" charset="0"/>
              </a:rPr>
              <a:t>])</a:t>
            </a:r>
          </a:p>
          <a:p>
            <a:pPr marL="347663" indent="0">
              <a:lnSpc>
                <a:spcPct val="100000"/>
              </a:lnSpc>
              <a:spcBef>
                <a:spcPts val="0"/>
              </a:spcBef>
              <a:buNone/>
              <a:tabLst>
                <a:tab pos="347663" algn="l"/>
              </a:tabLst>
            </a:pPr>
            <a:r>
              <a:rPr lang="en-US" sz="2400" dirty="0">
                <a:latin typeface="Cascadia Code" panose="020B0609020000020004"/>
                <a:cs typeface="Times New Roman" panose="02020603050405020304" pitchFamily="18" charset="0"/>
              </a:rPr>
              <a:t>{</a:t>
            </a:r>
          </a:p>
          <a:p>
            <a:pPr marL="347663" indent="0">
              <a:lnSpc>
                <a:spcPct val="100000"/>
              </a:lnSpc>
              <a:spcBef>
                <a:spcPts val="0"/>
              </a:spcBef>
              <a:buNone/>
              <a:tabLst>
                <a:tab pos="347663" algn="l"/>
              </a:tabLst>
            </a:pPr>
            <a:r>
              <a:rPr lang="en-US" sz="2400" dirty="0">
                <a:latin typeface="Cascadia Code" panose="020B0609020000020004"/>
                <a:cs typeface="Times New Roman" panose="02020603050405020304" pitchFamily="18" charset="0"/>
              </a:rPr>
              <a:t>	// method body</a:t>
            </a:r>
          </a:p>
          <a:p>
            <a:pPr marL="347663" indent="0">
              <a:lnSpc>
                <a:spcPct val="100000"/>
              </a:lnSpc>
              <a:spcBef>
                <a:spcPts val="0"/>
              </a:spcBef>
              <a:buNone/>
              <a:tabLst>
                <a:tab pos="347663" algn="l"/>
              </a:tabLst>
            </a:pPr>
            <a:r>
              <a:rPr lang="en-US" sz="2400" dirty="0">
                <a:latin typeface="Cascadia Code" panose="020B0609020000020004"/>
                <a:cs typeface="Times New Roman" panose="02020603050405020304" pitchFamily="18" charset="0"/>
              </a:rPr>
              <a:t>	[</a:t>
            </a:r>
            <a:r>
              <a:rPr lang="en-US" sz="2400" dirty="0">
                <a:solidFill>
                  <a:srgbClr val="0070C0"/>
                </a:solidFill>
                <a:latin typeface="Cascadia Code" panose="020B0609020000020004"/>
                <a:cs typeface="Times New Roman" panose="02020603050405020304" pitchFamily="18" charset="0"/>
              </a:rPr>
              <a:t>return</a:t>
            </a:r>
            <a:r>
              <a:rPr lang="en-US" sz="2400" dirty="0">
                <a:latin typeface="Cascadia Code" panose="020B0609020000020004"/>
                <a:cs typeface="Times New Roman" panose="02020603050405020304" pitchFamily="18" charset="0"/>
              </a:rPr>
              <a:t> something;]</a:t>
            </a:r>
          </a:p>
          <a:p>
            <a:pPr marL="347663" indent="0">
              <a:lnSpc>
                <a:spcPct val="100000"/>
              </a:lnSpc>
              <a:spcBef>
                <a:spcPts val="0"/>
              </a:spcBef>
              <a:buNone/>
              <a:tabLst>
                <a:tab pos="347663" algn="l"/>
              </a:tabLst>
            </a:pPr>
            <a:r>
              <a:rPr lang="en-US" sz="2400" dirty="0">
                <a:latin typeface="Cascadia Code" panose="020B0609020000020004"/>
                <a:cs typeface="Times New Roman" panose="02020603050405020304" pitchFamily="18" charset="0"/>
              </a:rPr>
              <a:t>}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tabLst>
                <a:tab pos="347663" algn="l"/>
              </a:tabLst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Signature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(Method header) consists of:</a:t>
            </a:r>
          </a:p>
          <a:p>
            <a:pPr marL="684213" indent="-398463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tabLst>
                <a:tab pos="347663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Name</a:t>
            </a:r>
          </a:p>
          <a:p>
            <a:pPr marL="684213" indent="-398463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tabLst>
                <a:tab pos="347663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List: number of parameters, data types of the parameters, and the order of the parameters. 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663" indent="0">
              <a:lnSpc>
                <a:spcPct val="100000"/>
              </a:lnSpc>
              <a:spcBef>
                <a:spcPts val="0"/>
              </a:spcBef>
              <a:buNone/>
              <a:tabLst>
                <a:tab pos="347663" algn="l"/>
              </a:tabLst>
            </a:pPr>
            <a:endParaRPr lang="en-US" sz="2400" dirty="0">
              <a:latin typeface="Cascadia Code" panose="020B0609020000020004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4CE4F-7C45-3853-1544-F3B696CA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Declaration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E3AD2-65DF-51B0-26C6-BC1681AC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687389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D4757-A78D-7AB1-D2B1-B39A971D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5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275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8EEE5-9C3E-794F-2071-54B4B225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566" y="912221"/>
            <a:ext cx="10515600" cy="636361"/>
          </a:xfrm>
        </p:spPr>
        <p:txBody>
          <a:bodyPr/>
          <a:lstStyle/>
          <a:p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A3EC3-6A1C-56DF-DC18-D647F22F9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66" y="1539874"/>
            <a:ext cx="11359606" cy="49990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type specifies 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value that the method returns.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a method has an </a:t>
            </a:r>
            <a:r>
              <a:rPr lang="en-US" dirty="0">
                <a:latin typeface="Cascadia Code" panose="020B0609020000020004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type then it returns an integer value.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method does not return a value, its return type is </a:t>
            </a:r>
            <a:r>
              <a:rPr lang="en-US" dirty="0">
                <a:latin typeface="Cascadia Code" panose="020B0609020000020004"/>
                <a:cs typeface="Times New Roman" panose="02020603050405020304" pitchFamily="18" charset="0"/>
              </a:rPr>
              <a:t>void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return type, there are two types of methods: </a:t>
            </a:r>
          </a:p>
          <a:p>
            <a:pPr marL="858838" lvl="1" indent="-401638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Return-value methods: 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that return a value at the end of their execution.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return value is used in the </a:t>
            </a:r>
            <a:r>
              <a:rPr lang="en-US" sz="2400" dirty="0">
                <a:latin typeface="Cascadia Code" panose="020B0609020000020004"/>
                <a:cs typeface="Times New Roman" panose="02020603050405020304" pitchFamily="18" charset="0"/>
              </a:rPr>
              <a:t>main()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method.</a:t>
            </a:r>
          </a:p>
          <a:p>
            <a:pPr marL="457200" lvl="1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dirty="0">
                <a:latin typeface="Cascadia Code" panose="020B0609020000020004"/>
                <a:cs typeface="Times New Roman" panose="02020603050405020304" pitchFamily="18" charset="0"/>
              </a:rPr>
              <a:t>void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methods: 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that perform operations without returning a value at the end of their execution.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often, void methods perform output operations to show execution results.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62620-C8CC-4D86-2D6B-8BE6709A8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831080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76DF3-DD26-020E-D3D7-7FF18D76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04CE4F-7C45-3853-1544-F3B696CA8B4C}"/>
              </a:ext>
            </a:extLst>
          </p:cNvPr>
          <p:cNvSpPr txBox="1">
            <a:spLocks/>
          </p:cNvSpPr>
          <p:nvPr/>
        </p:nvSpPr>
        <p:spPr>
          <a:xfrm>
            <a:off x="498566" y="271506"/>
            <a:ext cx="10515600" cy="6363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Declaration</a:t>
            </a:r>
          </a:p>
        </p:txBody>
      </p:sp>
    </p:spTree>
    <p:extLst>
      <p:ext uri="{BB962C8B-B14F-4D97-AF65-F5344CB8AC3E}">
        <p14:creationId xmlns:p14="http://schemas.microsoft.com/office/powerpoint/2010/main" val="3443615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60B9B-DFF2-F41D-4A5C-D1DE5C362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966" y="1149530"/>
            <a:ext cx="10515600" cy="5206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parameter list is the set of values that are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method.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pass any number of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method.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Java, there are two types of methods based on the parameter list: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methods: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without parameters.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methods: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with parameters.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2CDB8-A5BD-1785-050B-9CCF5BE57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818017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40080-4587-C956-707E-02187FD8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04CE4F-7C45-3853-1544-F3B696CA8B4C}"/>
              </a:ext>
            </a:extLst>
          </p:cNvPr>
          <p:cNvSpPr txBox="1">
            <a:spLocks/>
          </p:cNvSpPr>
          <p:nvPr/>
        </p:nvSpPr>
        <p:spPr>
          <a:xfrm>
            <a:off x="650966" y="284616"/>
            <a:ext cx="10515600" cy="6363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Declaration</a:t>
            </a:r>
          </a:p>
        </p:txBody>
      </p:sp>
    </p:spTree>
    <p:extLst>
      <p:ext uri="{BB962C8B-B14F-4D97-AF65-F5344CB8AC3E}">
        <p14:creationId xmlns:p14="http://schemas.microsoft.com/office/powerpoint/2010/main" val="3193920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2A21E-6A8F-3601-1F0F-004249E0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D1DD0-C377-5E82-0C16-38CD3EB56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65" y="1184048"/>
            <a:ext cx="11375572" cy="48974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Methods: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without parameters.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162AF-4DA6-47C7-5E0B-C17765EB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674326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CAD77-87F1-EAEF-05EC-43B4D86C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8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35" y="2389468"/>
            <a:ext cx="6238307" cy="13420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35" y="4096616"/>
            <a:ext cx="3671074" cy="17308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9588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81" y="4811143"/>
            <a:ext cx="5135964" cy="13136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C1F8AA-88E1-FC28-B921-34EB5307E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357B6-4088-C0FF-5F96-ACC4A27EF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65" y="1184048"/>
            <a:ext cx="11301549" cy="492646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Methods: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that have parameters.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are of two types: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parameters: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parameters that are written in the method signature.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values that are passed to the parameters and that are written in the method invocation.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can be thought of as the inputs that the method needs to perform its operations.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C51DE-34D3-DDB5-D5A0-90411467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713514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A55D7-A8FB-915D-685F-D34C0DE63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9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4" y="4838851"/>
            <a:ext cx="4982717" cy="10816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3094182" y="4811143"/>
            <a:ext cx="2669309" cy="287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684491" y="4811143"/>
            <a:ext cx="2833254" cy="287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34539" y="4086089"/>
            <a:ext cx="2245315" cy="47921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Signatures</a:t>
            </a:r>
          </a:p>
        </p:txBody>
      </p:sp>
      <p:cxnSp>
        <p:nvCxnSpPr>
          <p:cNvPr id="13" name="Straight Arrow Connector 12"/>
          <p:cNvCxnSpPr>
            <a:stCxn id="11" idx="1"/>
          </p:cNvCxnSpPr>
          <p:nvPr/>
        </p:nvCxnSpPr>
        <p:spPr>
          <a:xfrm flipH="1">
            <a:off x="4553529" y="4325698"/>
            <a:ext cx="581010" cy="485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3"/>
          </p:cNvCxnSpPr>
          <p:nvPr/>
        </p:nvCxnSpPr>
        <p:spPr>
          <a:xfrm>
            <a:off x="7379854" y="4325698"/>
            <a:ext cx="1801091" cy="485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615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A009-2723-FE08-6579-483E2368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02" y="995507"/>
            <a:ext cx="10515600" cy="63636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C3C25-F7F7-52D4-B43E-381AF8CA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11" y="1508516"/>
            <a:ext cx="11176197" cy="484783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body includes the statements, that are used to perform the needed task(s).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body is enclosed between the curly braces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Cascadia Code" panose="020B0609020000020004"/>
                <a:cs typeface="Times New Roman" panose="02020603050405020304" pitchFamily="18" charset="0"/>
              </a:rPr>
              <a:t>return</a:t>
            </a: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Keyword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return a value from a method, we use keyword </a:t>
            </a:r>
            <a:r>
              <a:rPr lang="en-US" sz="2400" dirty="0">
                <a:solidFill>
                  <a:srgbClr val="FF0000"/>
                </a:solidFill>
                <a:latin typeface="Cascadia Code" panose="020B0609020000020004"/>
                <a:cs typeface="Times New Roman" panose="02020603050405020304" pitchFamily="18" charset="0"/>
              </a:rPr>
              <a:t>return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0000"/>
                </a:solidFill>
                <a:latin typeface="Cascadia Code" panose="020B0609020000020004"/>
                <a:cs typeface="Times New Roman" panose="02020603050405020304" pitchFamily="18" charset="0"/>
              </a:rPr>
              <a:t>return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reserved word that immediately terminates the method’s execution and returns (or transfers) the value to the </a:t>
            </a:r>
            <a:r>
              <a:rPr lang="en-US" sz="2400" dirty="0">
                <a:solidFill>
                  <a:srgbClr val="FF0000"/>
                </a:solidFill>
                <a:latin typeface="Cascadia Code" panose="020B0609020000020004"/>
                <a:cs typeface="Times New Roman" panose="02020603050405020304" pitchFamily="18" charset="0"/>
              </a:rPr>
              <a:t>main()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non-void methods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return values using the </a:t>
            </a:r>
            <a:r>
              <a:rPr lang="en-US" sz="2400" dirty="0">
                <a:solidFill>
                  <a:srgbClr val="FF0000"/>
                </a:solidFill>
                <a:latin typeface="Cascadia Code" panose="020B0609020000020004"/>
                <a:cs typeface="Times New Roman" panose="02020603050405020304" pitchFamily="18" charset="0"/>
              </a:rPr>
              <a:t>return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keyword.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Cascadia Code" panose="020B0609020000020004"/>
                <a:cs typeface="Times New Roman" panose="02020603050405020304" pitchFamily="18" charset="0"/>
              </a:rPr>
              <a:t>return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keyword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NOT USED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void methods. 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Cascadia Code" panose="020B0609020000020004"/>
                <a:cs typeface="Times New Roman" panose="02020603050405020304" pitchFamily="18" charset="0"/>
              </a:rPr>
              <a:t>return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keyword returns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value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E1A7-A322-AC28-BF80-E73355F5D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687389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2CD4D-32A1-45F3-F329-CCFB2C45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10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04CE4F-7C45-3853-1544-F3B696CA8B4C}"/>
              </a:ext>
            </a:extLst>
          </p:cNvPr>
          <p:cNvSpPr txBox="1">
            <a:spLocks/>
          </p:cNvSpPr>
          <p:nvPr/>
        </p:nvSpPr>
        <p:spPr>
          <a:xfrm>
            <a:off x="637904" y="168501"/>
            <a:ext cx="10515600" cy="6363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Declaration</a:t>
            </a:r>
          </a:p>
        </p:txBody>
      </p:sp>
    </p:spTree>
    <p:extLst>
      <p:ext uri="{BB962C8B-B14F-4D97-AF65-F5344CB8AC3E}">
        <p14:creationId xmlns:p14="http://schemas.microsoft.com/office/powerpoint/2010/main" val="1579751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4978-F8BE-3FED-4786-3CCC2EF8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9BC9D-3C58-EEC8-2B0C-BA61BD0EB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65" y="1184048"/>
            <a:ext cx="11228977" cy="517230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Java application consists of several methods.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method can call itself recursively or can call other methods.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a method is an attempt from one method (the calling method) to transfer control (or execution) to another method (the called method).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called method has some statements that are required by the calling method.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 method is called, control is moved to that called method, and we refer to this by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invocation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(Jumping inside the method). Or we can say that the called method is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invoked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D01FE-BDCC-3BF0-00A5-E920A277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674326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02DD6-7703-D9D6-D0B2-7D15C940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11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209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1989-D058-8A06-C022-483C7CE9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AD14F-C107-0396-685A-44ED6B43C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65" y="1184048"/>
            <a:ext cx="11156405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interpreter reaches a method invocation statement inside the code, it performs the following steps: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suspends (or pauses) the execution at that point which the method was called.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jumps to the method.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is given to the invoked method, and it starts execution.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method finishes execution by reaching the final statement, if it is a void method, or if it encounters a return keyword, the method exits (or terminates) and control moves back to the calling method.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6207F-0308-DB4B-D1BA-9CE819DF4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674326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0A47A-E531-E6C6-F5A4-9F3703C6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12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947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9B38-BC2E-A506-8C4E-8545C0DCF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Methods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7FD855-3370-2C98-7E4B-7C400B6C9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9177" y="1415526"/>
            <a:ext cx="5424783" cy="4877746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B8A184-D658-7A25-02CE-D51B49084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3804" y="6409576"/>
            <a:ext cx="4700451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97F0F-1DBD-926F-B1E5-41D8769D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13</a:t>
            </a:fld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DD6F005-F5BB-0960-2299-10F0E8D9F738}"/>
              </a:ext>
            </a:extLst>
          </p:cNvPr>
          <p:cNvSpPr/>
          <p:nvPr/>
        </p:nvSpPr>
        <p:spPr>
          <a:xfrm>
            <a:off x="8192655" y="5656872"/>
            <a:ext cx="3999345" cy="986972"/>
          </a:xfrm>
          <a:prstGeom prst="wedgeRoundRectCallout">
            <a:avLst>
              <a:gd name="adj1" fmla="val -92874"/>
              <a:gd name="adj2" fmla="val -10765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algn="ctr"/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method2() </a:t>
            </a:r>
            <a:r>
              <a:rPr lang="en-US" dirty="0"/>
              <a:t>calls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method1()</a:t>
            </a:r>
          </a:p>
          <a:p>
            <a:pPr marL="285750" algn="ctr"/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method2()</a:t>
            </a:r>
            <a:r>
              <a:rPr lang="en-US" dirty="0"/>
              <a:t>: the calling method</a:t>
            </a:r>
          </a:p>
          <a:p>
            <a:pPr marL="285750" algn="ctr"/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method1()</a:t>
            </a:r>
            <a:r>
              <a:rPr lang="en-US" dirty="0"/>
              <a:t>: the called method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B75075-EF0D-0045-B2CE-A1E87FD56B43}"/>
              </a:ext>
            </a:extLst>
          </p:cNvPr>
          <p:cNvGrpSpPr/>
          <p:nvPr/>
        </p:nvGrpSpPr>
        <p:grpSpPr>
          <a:xfrm>
            <a:off x="7940088" y="1768839"/>
            <a:ext cx="1052761" cy="3356431"/>
            <a:chOff x="6894286" y="2278743"/>
            <a:chExt cx="1052761" cy="240937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7369637-C041-6847-CF65-5ACE00DD90E5}"/>
                </a:ext>
              </a:extLst>
            </p:cNvPr>
            <p:cNvCxnSpPr/>
            <p:nvPr/>
          </p:nvCxnSpPr>
          <p:spPr>
            <a:xfrm>
              <a:off x="6894286" y="4658134"/>
              <a:ext cx="1045028" cy="0"/>
            </a:xfrm>
            <a:prstGeom prst="line">
              <a:avLst/>
            </a:prstGeom>
            <a:ln w="635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B7067BA-0AE7-08F4-5034-B48D0A024BCA}"/>
                </a:ext>
              </a:extLst>
            </p:cNvPr>
            <p:cNvCxnSpPr/>
            <p:nvPr/>
          </p:nvCxnSpPr>
          <p:spPr>
            <a:xfrm flipV="1">
              <a:off x="7939314" y="2278743"/>
              <a:ext cx="0" cy="2409371"/>
            </a:xfrm>
            <a:prstGeom prst="line">
              <a:avLst/>
            </a:prstGeom>
            <a:ln w="635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C8EF819-1B57-F79F-7715-756879236553}"/>
                </a:ext>
              </a:extLst>
            </p:cNvPr>
            <p:cNvCxnSpPr/>
            <p:nvPr/>
          </p:nvCxnSpPr>
          <p:spPr>
            <a:xfrm>
              <a:off x="6902019" y="2309199"/>
              <a:ext cx="1045028" cy="0"/>
            </a:xfrm>
            <a:prstGeom prst="line">
              <a:avLst/>
            </a:prstGeom>
            <a:ln w="63500">
              <a:head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4E49FEB-3F87-674C-8558-86A34B605CB2}"/>
              </a:ext>
            </a:extLst>
          </p:cNvPr>
          <p:cNvSpPr txBox="1"/>
          <p:nvPr/>
        </p:nvSpPr>
        <p:spPr>
          <a:xfrm>
            <a:off x="9097344" y="2886375"/>
            <a:ext cx="2963036" cy="1399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en-US" dirty="0">
                <a:latin typeface="+mn-lt"/>
              </a:rPr>
              <a:t>method2() is suspended </a:t>
            </a:r>
          </a:p>
          <a:p>
            <a:r>
              <a:rPr lang="en-US" dirty="0">
                <a:latin typeface="+mn-lt"/>
              </a:rPr>
              <a:t>and control is transferred to </a:t>
            </a:r>
            <a:r>
              <a:rPr lang="en-US" dirty="0"/>
              <a:t>method1()</a:t>
            </a:r>
          </a:p>
        </p:txBody>
      </p: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6E6E94A3-7FFF-056D-579A-16DFB4CD50AD}"/>
              </a:ext>
            </a:extLst>
          </p:cNvPr>
          <p:cNvSpPr/>
          <p:nvPr/>
        </p:nvSpPr>
        <p:spPr>
          <a:xfrm>
            <a:off x="76905" y="1216307"/>
            <a:ext cx="3483429" cy="749737"/>
          </a:xfrm>
          <a:prstGeom prst="wedgeRoundRectCallout">
            <a:avLst>
              <a:gd name="adj1" fmla="val 94748"/>
              <a:gd name="adj2" fmla="val 4138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scadia Code" panose="020B0609020000020004" pitchFamily="49" charset="0"/>
              </a:rPr>
              <a:t>Method Invocation:</a:t>
            </a:r>
          </a:p>
          <a:p>
            <a:pPr algn="ctr"/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method1()</a:t>
            </a:r>
            <a:r>
              <a:rPr lang="en-US" dirty="0"/>
              <a:t> is invoked</a:t>
            </a:r>
          </a:p>
        </p:txBody>
      </p:sp>
      <p:sp>
        <p:nvSpPr>
          <p:cNvPr id="23" name="Speech Bubble: Oval 22">
            <a:extLst>
              <a:ext uri="{FF2B5EF4-FFF2-40B4-BE49-F238E27FC236}">
                <a16:creationId xmlns:a16="http://schemas.microsoft.com/office/drawing/2014/main" id="{B15362E1-CB69-93BF-BFEC-BFC41DF8F4D8}"/>
              </a:ext>
            </a:extLst>
          </p:cNvPr>
          <p:cNvSpPr/>
          <p:nvPr/>
        </p:nvSpPr>
        <p:spPr>
          <a:xfrm>
            <a:off x="76905" y="2012819"/>
            <a:ext cx="3483429" cy="986972"/>
          </a:xfrm>
          <a:prstGeom prst="wedgeEllipseCallout">
            <a:avLst>
              <a:gd name="adj1" fmla="val 84977"/>
              <a:gd name="adj2" fmla="val 1448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algn="ctr"/>
            <a:r>
              <a:rPr lang="en-US" dirty="0"/>
              <a:t>Method Termination: </a:t>
            </a:r>
          </a:p>
          <a:p>
            <a:pPr marL="285750" algn="ctr"/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method1()</a:t>
            </a:r>
            <a:r>
              <a:rPr lang="en-US" dirty="0"/>
              <a:t> finishes execution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C8273BA-8878-2811-BD83-989E2BF7EFD8}"/>
              </a:ext>
            </a:extLst>
          </p:cNvPr>
          <p:cNvGrpSpPr/>
          <p:nvPr/>
        </p:nvGrpSpPr>
        <p:grpSpPr>
          <a:xfrm rot="10800000">
            <a:off x="3912432" y="2752172"/>
            <a:ext cx="610402" cy="2889520"/>
            <a:chOff x="6894286" y="2278743"/>
            <a:chExt cx="1052761" cy="2409371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C8A920E-B385-0808-92CA-4A232BE74D61}"/>
                </a:ext>
              </a:extLst>
            </p:cNvPr>
            <p:cNvCxnSpPr/>
            <p:nvPr/>
          </p:nvCxnSpPr>
          <p:spPr>
            <a:xfrm>
              <a:off x="6894286" y="4658134"/>
              <a:ext cx="1045028" cy="0"/>
            </a:xfrm>
            <a:prstGeom prst="line">
              <a:avLst/>
            </a:prstGeom>
            <a:ln w="635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E0DF2A7-E7AF-E3A9-F7D6-4EE73E574840}"/>
                </a:ext>
              </a:extLst>
            </p:cNvPr>
            <p:cNvCxnSpPr/>
            <p:nvPr/>
          </p:nvCxnSpPr>
          <p:spPr>
            <a:xfrm flipV="1">
              <a:off x="7939314" y="2278743"/>
              <a:ext cx="0" cy="2409371"/>
            </a:xfrm>
            <a:prstGeom prst="line">
              <a:avLst/>
            </a:prstGeom>
            <a:ln w="635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7048B3E-B3E9-D635-97ED-2FBD04B520C1}"/>
                </a:ext>
              </a:extLst>
            </p:cNvPr>
            <p:cNvCxnSpPr/>
            <p:nvPr/>
          </p:nvCxnSpPr>
          <p:spPr>
            <a:xfrm>
              <a:off x="6902019" y="2309199"/>
              <a:ext cx="1045028" cy="0"/>
            </a:xfrm>
            <a:prstGeom prst="line">
              <a:avLst/>
            </a:prstGeom>
            <a:ln w="63500">
              <a:head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24EAC20-725C-E609-D66F-4BCAD1CE7E0C}"/>
              </a:ext>
            </a:extLst>
          </p:cNvPr>
          <p:cNvSpPr txBox="1"/>
          <p:nvPr/>
        </p:nvSpPr>
        <p:spPr>
          <a:xfrm>
            <a:off x="922758" y="3744751"/>
            <a:ext cx="2908976" cy="9233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461963"/>
            <a:r>
              <a:rPr lang="en-US" dirty="0">
                <a:latin typeface="+mn-lt"/>
              </a:rPr>
              <a:t>Control is transferred back to </a:t>
            </a:r>
            <a:r>
              <a:rPr lang="en-US" dirty="0"/>
              <a:t>method2()</a:t>
            </a:r>
          </a:p>
        </p:txBody>
      </p:sp>
      <p:sp>
        <p:nvSpPr>
          <p:cNvPr id="29" name="Speech Bubble: Oval 28">
            <a:extLst>
              <a:ext uri="{FF2B5EF4-FFF2-40B4-BE49-F238E27FC236}">
                <a16:creationId xmlns:a16="http://schemas.microsoft.com/office/drawing/2014/main" id="{C4A19979-7CB8-868A-2F6E-DAD6C131F3F6}"/>
              </a:ext>
            </a:extLst>
          </p:cNvPr>
          <p:cNvSpPr/>
          <p:nvPr/>
        </p:nvSpPr>
        <p:spPr>
          <a:xfrm>
            <a:off x="172187" y="5597481"/>
            <a:ext cx="3885508" cy="986972"/>
          </a:xfrm>
          <a:prstGeom prst="wedgeEllipseCallout">
            <a:avLst>
              <a:gd name="adj1" fmla="val 76224"/>
              <a:gd name="adj2" fmla="val -43782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method2()</a:t>
            </a:r>
            <a:r>
              <a:rPr lang="en-US" dirty="0"/>
              <a:t> resumes execution at the point where it was suspended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5911FA4-A3FC-F7B5-1DB4-626B70841A0D}"/>
              </a:ext>
            </a:extLst>
          </p:cNvPr>
          <p:cNvSpPr/>
          <p:nvPr/>
        </p:nvSpPr>
        <p:spPr>
          <a:xfrm>
            <a:off x="8192655" y="5758722"/>
            <a:ext cx="595859" cy="57336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7B7BDF7-49E7-5461-243C-0FF40A14014D}"/>
              </a:ext>
            </a:extLst>
          </p:cNvPr>
          <p:cNvSpPr/>
          <p:nvPr/>
        </p:nvSpPr>
        <p:spPr>
          <a:xfrm>
            <a:off x="9097344" y="2944361"/>
            <a:ext cx="595859" cy="57336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50713FE-BD43-91D1-6483-C0316ACBC9F7}"/>
              </a:ext>
            </a:extLst>
          </p:cNvPr>
          <p:cNvSpPr/>
          <p:nvPr/>
        </p:nvSpPr>
        <p:spPr>
          <a:xfrm>
            <a:off x="117459" y="1239906"/>
            <a:ext cx="595859" cy="57336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2851947-190D-E49A-C83E-772E3D47C1E7}"/>
              </a:ext>
            </a:extLst>
          </p:cNvPr>
          <p:cNvSpPr/>
          <p:nvPr/>
        </p:nvSpPr>
        <p:spPr>
          <a:xfrm>
            <a:off x="282419" y="2213786"/>
            <a:ext cx="595859" cy="57336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6825E50-6351-34FE-682D-DC22A2A0FAD6}"/>
              </a:ext>
            </a:extLst>
          </p:cNvPr>
          <p:cNvSpPr/>
          <p:nvPr/>
        </p:nvSpPr>
        <p:spPr>
          <a:xfrm>
            <a:off x="952177" y="3939274"/>
            <a:ext cx="595859" cy="57336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835F5AB-F81C-2FA7-6E66-F70D5A0197A8}"/>
              </a:ext>
            </a:extLst>
          </p:cNvPr>
          <p:cNvSpPr/>
          <p:nvPr/>
        </p:nvSpPr>
        <p:spPr>
          <a:xfrm>
            <a:off x="415388" y="5813355"/>
            <a:ext cx="595859" cy="57336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30220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1D7D2-3715-458D-8FE6-5FFB7938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432E0-F5EA-4167-A234-6E9E3C268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4373" y="6310313"/>
            <a:ext cx="2743200" cy="365125"/>
          </a:xfrm>
        </p:spPr>
        <p:txBody>
          <a:bodyPr/>
          <a:lstStyle/>
          <a:p>
            <a:fld id="{534C21D5-816B-4C8C-A17B-434F94CBB936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A189F4-4B3E-4254-BFC4-D84A42B0B8A3}"/>
              </a:ext>
            </a:extLst>
          </p:cNvPr>
          <p:cNvSpPr txBox="1">
            <a:spLocks/>
          </p:cNvSpPr>
          <p:nvPr/>
        </p:nvSpPr>
        <p:spPr>
          <a:xfrm>
            <a:off x="1832295" y="1123025"/>
            <a:ext cx="7772400" cy="47863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r" rtl="1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r" rtl="1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r" rtl="1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r" rtl="1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r" rtl="1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r" rtl="1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r" rtl="1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D89A4"/>
              </a:buClr>
              <a:buSzPct val="95000"/>
              <a:buFontTx/>
              <a:buChar char="-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D89A4"/>
              </a:buClr>
              <a:buSzPct val="95000"/>
              <a:buFontTx/>
              <a:buChar char="-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D89A4"/>
              </a:buClr>
              <a:buSzPct val="95000"/>
              <a:buFont typeface="Wingdings 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3E9E89-60AF-4EF7-BDDD-922A98C7FAC3}"/>
              </a:ext>
            </a:extLst>
          </p:cNvPr>
          <p:cNvSpPr/>
          <p:nvPr/>
        </p:nvSpPr>
        <p:spPr>
          <a:xfrm>
            <a:off x="1789405" y="1480215"/>
            <a:ext cx="3857652" cy="2071702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int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 x=10;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int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 y=12;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int area= findArea(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x,y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(“The area is = ”+area);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27CD75-BAFC-442A-A114-C1889AA9AA0F}"/>
              </a:ext>
            </a:extLst>
          </p:cNvPr>
          <p:cNvSpPr/>
          <p:nvPr/>
        </p:nvSpPr>
        <p:spPr>
          <a:xfrm>
            <a:off x="6004247" y="3551917"/>
            <a:ext cx="3643338" cy="1857388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public static int findArea (int a, int b){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int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 c= a*b;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return c;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}</a:t>
            </a:r>
          </a:p>
        </p:txBody>
      </p:sp>
      <p:sp>
        <p:nvSpPr>
          <p:cNvPr id="9" name="Right Arrow 10">
            <a:extLst>
              <a:ext uri="{FF2B5EF4-FFF2-40B4-BE49-F238E27FC236}">
                <a16:creationId xmlns:a16="http://schemas.microsoft.com/office/drawing/2014/main" id="{68AAF0A7-79FF-435D-99EF-317E9B73F777}"/>
              </a:ext>
            </a:extLst>
          </p:cNvPr>
          <p:cNvSpPr/>
          <p:nvPr/>
        </p:nvSpPr>
        <p:spPr>
          <a:xfrm>
            <a:off x="1360777" y="2123157"/>
            <a:ext cx="500066" cy="71438"/>
          </a:xfrm>
          <a:prstGeom prst="rightArrow">
            <a:avLst/>
          </a:prstGeom>
          <a:solidFill>
            <a:srgbClr val="FFC000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JO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tantia"/>
              <a:ea typeface="+mn-ea"/>
            </a:endParaRPr>
          </a:p>
        </p:txBody>
      </p:sp>
      <p:sp>
        <p:nvSpPr>
          <p:cNvPr id="10" name="Right Arrow 11">
            <a:extLst>
              <a:ext uri="{FF2B5EF4-FFF2-40B4-BE49-F238E27FC236}">
                <a16:creationId xmlns:a16="http://schemas.microsoft.com/office/drawing/2014/main" id="{5979A5C5-8058-45D6-B7AC-EB14757C5B52}"/>
              </a:ext>
            </a:extLst>
          </p:cNvPr>
          <p:cNvSpPr/>
          <p:nvPr/>
        </p:nvSpPr>
        <p:spPr>
          <a:xfrm>
            <a:off x="1360777" y="2408909"/>
            <a:ext cx="500066" cy="71438"/>
          </a:xfrm>
          <a:prstGeom prst="rightArrow">
            <a:avLst/>
          </a:prstGeom>
          <a:solidFill>
            <a:srgbClr val="FFC000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JO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tantia"/>
              <a:ea typeface="+mn-ea"/>
            </a:endParaRPr>
          </a:p>
        </p:txBody>
      </p:sp>
      <p:sp>
        <p:nvSpPr>
          <p:cNvPr id="11" name="Right Arrow 12">
            <a:extLst>
              <a:ext uri="{FF2B5EF4-FFF2-40B4-BE49-F238E27FC236}">
                <a16:creationId xmlns:a16="http://schemas.microsoft.com/office/drawing/2014/main" id="{E6DEE9BC-0557-46BB-9AD9-131A9A683634}"/>
              </a:ext>
            </a:extLst>
          </p:cNvPr>
          <p:cNvSpPr/>
          <p:nvPr/>
        </p:nvSpPr>
        <p:spPr>
          <a:xfrm>
            <a:off x="1360777" y="2623223"/>
            <a:ext cx="500066" cy="71438"/>
          </a:xfrm>
          <a:prstGeom prst="rightArrow">
            <a:avLst/>
          </a:prstGeom>
          <a:solidFill>
            <a:srgbClr val="FFC000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JO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tantia"/>
              <a:ea typeface="+mn-ea"/>
            </a:endParaRPr>
          </a:p>
        </p:txBody>
      </p:sp>
      <p:sp>
        <p:nvSpPr>
          <p:cNvPr id="12" name="Right Arrow 13">
            <a:extLst>
              <a:ext uri="{FF2B5EF4-FFF2-40B4-BE49-F238E27FC236}">
                <a16:creationId xmlns:a16="http://schemas.microsoft.com/office/drawing/2014/main" id="{070A7C6A-323B-4E48-A65D-952652DE2115}"/>
              </a:ext>
            </a:extLst>
          </p:cNvPr>
          <p:cNvSpPr/>
          <p:nvPr/>
        </p:nvSpPr>
        <p:spPr>
          <a:xfrm>
            <a:off x="1360777" y="2837537"/>
            <a:ext cx="500066" cy="71438"/>
          </a:xfrm>
          <a:prstGeom prst="rightArrow">
            <a:avLst/>
          </a:prstGeom>
          <a:solidFill>
            <a:srgbClr val="FFC000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JO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tantia"/>
              <a:ea typeface="+mn-ea"/>
            </a:endParaRPr>
          </a:p>
        </p:txBody>
      </p:sp>
      <p:cxnSp>
        <p:nvCxnSpPr>
          <p:cNvPr id="13" name="Shape 18">
            <a:extLst>
              <a:ext uri="{FF2B5EF4-FFF2-40B4-BE49-F238E27FC236}">
                <a16:creationId xmlns:a16="http://schemas.microsoft.com/office/drawing/2014/main" id="{845130B3-8B03-4591-BE71-2DC6A07CA3CE}"/>
              </a:ext>
            </a:extLst>
          </p:cNvPr>
          <p:cNvCxnSpPr/>
          <p:nvPr/>
        </p:nvCxnSpPr>
        <p:spPr>
          <a:xfrm>
            <a:off x="3861107" y="2623223"/>
            <a:ext cx="4857784" cy="1285884"/>
          </a:xfrm>
          <a:prstGeom prst="curvedConnector3">
            <a:avLst>
              <a:gd name="adj1" fmla="val 100196"/>
            </a:avLst>
          </a:prstGeom>
          <a:noFill/>
          <a:ln w="76200" cap="flat" cmpd="sng" algn="ctr">
            <a:solidFill>
              <a:srgbClr val="FFC000"/>
            </a:solidFill>
            <a:prstDash val="solid"/>
            <a:tailEnd type="arrow"/>
          </a:ln>
          <a:effectLst/>
        </p:spPr>
      </p:cxnSp>
      <p:sp>
        <p:nvSpPr>
          <p:cNvPr id="14" name="Line Callout 2 23">
            <a:extLst>
              <a:ext uri="{FF2B5EF4-FFF2-40B4-BE49-F238E27FC236}">
                <a16:creationId xmlns:a16="http://schemas.microsoft.com/office/drawing/2014/main" id="{229AC996-E4DE-4AE2-9998-A4C6AD84E39F}"/>
              </a:ext>
            </a:extLst>
          </p:cNvPr>
          <p:cNvSpPr/>
          <p:nvPr/>
        </p:nvSpPr>
        <p:spPr>
          <a:xfrm>
            <a:off x="6432875" y="1480215"/>
            <a:ext cx="3214710" cy="928694"/>
          </a:xfrm>
          <a:prstGeom prst="borderCallout2">
            <a:avLst>
              <a:gd name="adj1" fmla="val 51719"/>
              <a:gd name="adj2" fmla="val -838"/>
              <a:gd name="adj3" fmla="val 53658"/>
              <a:gd name="adj4" fmla="val -18973"/>
              <a:gd name="adj5" fmla="val 119213"/>
              <a:gd name="adj6" fmla="val -90153"/>
            </a:avLst>
          </a:prstGeom>
          <a:solidFill>
            <a:srgbClr val="25FF8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Stop and jump to the method findArea, take the value of actual parameters x and y.</a:t>
            </a:r>
            <a:endParaRPr kumimoji="0" lang="ar-JO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</a:endParaRPr>
          </a:p>
        </p:txBody>
      </p:sp>
      <p:sp>
        <p:nvSpPr>
          <p:cNvPr id="15" name="Line Callout 2 24">
            <a:extLst>
              <a:ext uri="{FF2B5EF4-FFF2-40B4-BE49-F238E27FC236}">
                <a16:creationId xmlns:a16="http://schemas.microsoft.com/office/drawing/2014/main" id="{D8B61A6D-C086-4740-9536-86165C6068B7}"/>
              </a:ext>
            </a:extLst>
          </p:cNvPr>
          <p:cNvSpPr/>
          <p:nvPr/>
        </p:nvSpPr>
        <p:spPr>
          <a:xfrm>
            <a:off x="2289471" y="3837668"/>
            <a:ext cx="2643206" cy="1143009"/>
          </a:xfrm>
          <a:prstGeom prst="borderCallout2">
            <a:avLst>
              <a:gd name="adj1" fmla="val 848"/>
              <a:gd name="adj2" fmla="val 100639"/>
              <a:gd name="adj3" fmla="val -11982"/>
              <a:gd name="adj4" fmla="val 228954"/>
              <a:gd name="adj5" fmla="val 20752"/>
              <a:gd name="adj6" fmla="val 243349"/>
            </a:avLst>
          </a:prstGeom>
          <a:solidFill>
            <a:srgbClr val="25FF8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Pass the value of x and y to the formal parameters a and b respectively</a:t>
            </a:r>
            <a:endParaRPr kumimoji="0" lang="ar-JO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</a:endParaRPr>
          </a:p>
        </p:txBody>
      </p:sp>
      <p:cxnSp>
        <p:nvCxnSpPr>
          <p:cNvPr id="16" name="Shape 18">
            <a:extLst>
              <a:ext uri="{FF2B5EF4-FFF2-40B4-BE49-F238E27FC236}">
                <a16:creationId xmlns:a16="http://schemas.microsoft.com/office/drawing/2014/main" id="{56E4A838-86C6-4A1D-9BD9-7B2CE7F3B97F}"/>
              </a:ext>
            </a:extLst>
          </p:cNvPr>
          <p:cNvCxnSpPr/>
          <p:nvPr/>
        </p:nvCxnSpPr>
        <p:spPr>
          <a:xfrm rot="10800000">
            <a:off x="3361041" y="2766099"/>
            <a:ext cx="2714644" cy="1857388"/>
          </a:xfrm>
          <a:prstGeom prst="curvedConnector3">
            <a:avLst>
              <a:gd name="adj1" fmla="val 99965"/>
            </a:avLst>
          </a:prstGeom>
          <a:noFill/>
          <a:ln w="76200" cap="flat" cmpd="sng" algn="ctr">
            <a:solidFill>
              <a:srgbClr val="FFC000"/>
            </a:solidFill>
            <a:prstDash val="solid"/>
            <a:tailEnd type="arrow"/>
          </a:ln>
          <a:effectLst/>
        </p:spPr>
      </p:cxnSp>
      <p:sp>
        <p:nvSpPr>
          <p:cNvPr id="17" name="Line Callout 2 34">
            <a:extLst>
              <a:ext uri="{FF2B5EF4-FFF2-40B4-BE49-F238E27FC236}">
                <a16:creationId xmlns:a16="http://schemas.microsoft.com/office/drawing/2014/main" id="{CE323179-9941-4B36-8763-3E97EAD5F24C}"/>
              </a:ext>
            </a:extLst>
          </p:cNvPr>
          <p:cNvSpPr/>
          <p:nvPr/>
        </p:nvSpPr>
        <p:spPr>
          <a:xfrm>
            <a:off x="2289471" y="5123553"/>
            <a:ext cx="3643338" cy="928694"/>
          </a:xfrm>
          <a:prstGeom prst="borderCallout2">
            <a:avLst>
              <a:gd name="adj1" fmla="val 848"/>
              <a:gd name="adj2" fmla="val 100639"/>
              <a:gd name="adj3" fmla="val -18546"/>
              <a:gd name="adj4" fmla="val 114397"/>
              <a:gd name="adj5" fmla="val -43248"/>
              <a:gd name="adj6" fmla="val 116164"/>
            </a:avLst>
          </a:prstGeom>
          <a:solidFill>
            <a:srgbClr val="25FF8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Execute the method.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Oh, find return keyword, carry the result and go back</a:t>
            </a:r>
            <a:endParaRPr kumimoji="0" lang="ar-JO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</a:endParaRPr>
          </a:p>
        </p:txBody>
      </p:sp>
      <p:sp>
        <p:nvSpPr>
          <p:cNvPr id="18" name="Line Callout 2 35">
            <a:extLst>
              <a:ext uri="{FF2B5EF4-FFF2-40B4-BE49-F238E27FC236}">
                <a16:creationId xmlns:a16="http://schemas.microsoft.com/office/drawing/2014/main" id="{C7B61BE8-AA59-4626-869F-998A41D178FC}"/>
              </a:ext>
            </a:extLst>
          </p:cNvPr>
          <p:cNvSpPr/>
          <p:nvPr/>
        </p:nvSpPr>
        <p:spPr>
          <a:xfrm>
            <a:off x="6432875" y="2551785"/>
            <a:ext cx="3429024" cy="928694"/>
          </a:xfrm>
          <a:prstGeom prst="borderCallout2">
            <a:avLst>
              <a:gd name="adj1" fmla="val 51719"/>
              <a:gd name="adj2" fmla="val -838"/>
              <a:gd name="adj3" fmla="val 30684"/>
              <a:gd name="adj4" fmla="val -18973"/>
              <a:gd name="adj5" fmla="val 15829"/>
              <a:gd name="adj6" fmla="val -87267"/>
            </a:avLst>
          </a:prstGeom>
          <a:solidFill>
            <a:srgbClr val="25FF8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Replace the method invocation statement with the result you are carrying</a:t>
            </a:r>
            <a:endParaRPr kumimoji="0" lang="ar-JO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D50123-4556-489B-9B09-D372E70B5C8B}"/>
              </a:ext>
            </a:extLst>
          </p:cNvPr>
          <p:cNvCxnSpPr/>
          <p:nvPr/>
        </p:nvCxnSpPr>
        <p:spPr>
          <a:xfrm>
            <a:off x="2718099" y="2623223"/>
            <a:ext cx="1000132" cy="1588"/>
          </a:xfrm>
          <a:prstGeom prst="line">
            <a:avLst/>
          </a:prstGeom>
          <a:noFill/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783F84D-B146-4DBD-AFBC-19E87F964982}"/>
              </a:ext>
            </a:extLst>
          </p:cNvPr>
          <p:cNvSpPr txBox="1"/>
          <p:nvPr/>
        </p:nvSpPr>
        <p:spPr>
          <a:xfrm>
            <a:off x="2789537" y="2194596"/>
            <a:ext cx="64294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2400" b="1" dirty="0">
                <a:solidFill>
                  <a:prstClr val="black"/>
                </a:solidFill>
                <a:latin typeface="Constantia"/>
              </a:rPr>
              <a:t>120</a:t>
            </a:r>
            <a:endParaRPr lang="ar-JO" sz="2400" b="1" dirty="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1" name="Right Arrow 39">
            <a:extLst>
              <a:ext uri="{FF2B5EF4-FFF2-40B4-BE49-F238E27FC236}">
                <a16:creationId xmlns:a16="http://schemas.microsoft.com/office/drawing/2014/main" id="{7DCC7283-25EF-4E2A-A3FF-36A412427E0D}"/>
              </a:ext>
            </a:extLst>
          </p:cNvPr>
          <p:cNvSpPr/>
          <p:nvPr/>
        </p:nvSpPr>
        <p:spPr>
          <a:xfrm>
            <a:off x="5575619" y="4337735"/>
            <a:ext cx="500066" cy="71438"/>
          </a:xfrm>
          <a:prstGeom prst="rightArrow">
            <a:avLst/>
          </a:prstGeom>
          <a:solidFill>
            <a:srgbClr val="FFC000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JO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tantia"/>
              <a:ea typeface="+mn-ea"/>
            </a:endParaRPr>
          </a:p>
        </p:txBody>
      </p:sp>
      <p:sp>
        <p:nvSpPr>
          <p:cNvPr id="22" name="Right Arrow 40">
            <a:extLst>
              <a:ext uri="{FF2B5EF4-FFF2-40B4-BE49-F238E27FC236}">
                <a16:creationId xmlns:a16="http://schemas.microsoft.com/office/drawing/2014/main" id="{479923C3-0F24-423B-A13D-6742C84D72B2}"/>
              </a:ext>
            </a:extLst>
          </p:cNvPr>
          <p:cNvSpPr/>
          <p:nvPr/>
        </p:nvSpPr>
        <p:spPr>
          <a:xfrm>
            <a:off x="5575619" y="4623487"/>
            <a:ext cx="500066" cy="71438"/>
          </a:xfrm>
          <a:prstGeom prst="rightArrow">
            <a:avLst/>
          </a:prstGeom>
          <a:solidFill>
            <a:srgbClr val="FFC000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JO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tantia"/>
              <a:ea typeface="+mn-ea"/>
            </a:endParaRP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3621BC2C-23A9-4157-932F-8AE2A545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739640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</p:spTree>
    <p:extLst>
      <p:ext uri="{BB962C8B-B14F-4D97-AF65-F5344CB8AC3E}">
        <p14:creationId xmlns:p14="http://schemas.microsoft.com/office/powerpoint/2010/main" val="218174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C00"/>
                                      </p:to>
                                    </p:animClr>
                                    <p:set>
                                      <p:cBhvr>
                                        <p:cTn id="10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CC00"/>
                                      </p:to>
                                    </p:animClr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4" grpId="0" animBg="1"/>
      <p:bldP spid="14" grpId="1" animBg="1"/>
      <p:bldP spid="15" grpId="0" animBg="1"/>
      <p:bldP spid="15" grpId="1" animBg="1"/>
      <p:bldP spid="17" grpId="0" animBg="1"/>
      <p:bldP spid="17" grpId="1" animBg="1"/>
      <p:bldP spid="18" grpId="0" animBg="1"/>
      <p:bldP spid="18" grpId="1" animBg="1"/>
      <p:bldP spid="20" grpId="0"/>
      <p:bldP spid="20" grpId="1"/>
      <p:bldP spid="21" grpId="0" animBg="1"/>
      <p:bldP spid="21" grpId="1" animBg="1"/>
      <p:bldP spid="22" grpId="0" animBg="1"/>
      <p:bldP spid="2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F6C1F98-936E-86D1-9C95-39F29DCA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Methods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F71B14-3405-36EA-7DCD-76F3B15EF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66" y="1080860"/>
            <a:ext cx="11316063" cy="527549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ways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call a method, depending on whether the method returns a value or not.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method returns a value, the invocation of the method is usually treated as a value and should be written within another statement, such as an </a:t>
            </a:r>
            <a:r>
              <a:rPr lang="en-US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statement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even within a </a:t>
            </a:r>
            <a:r>
              <a:rPr lang="en-US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statement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method is void, the invocation of the method must be issued as a standalone statement.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allowed to use an assignment operator to read the value that is returned from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method, since void methods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values.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8BA7F-F04F-31D0-0AAE-EF5A6A975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739640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5DB69-4EC1-965F-71C8-83643CDA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15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815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E6FC-18F8-A820-F8D0-F2B44E7B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19CC-78A1-18C0-5EDF-8DCBCF08D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34" y="903991"/>
            <a:ext cx="10515600" cy="700170"/>
          </a:xfrm>
        </p:spPr>
        <p:txBody>
          <a:bodyPr/>
          <a:lstStyle/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38C92-A9BD-230D-2D08-EDAE3B81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752703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66671-8B9C-0594-5816-93D2E83F2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>
                <a:solidFill>
                  <a:schemeClr val="tx1"/>
                </a:solidFill>
              </a:rPr>
              <a:pPr/>
              <a:t>16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470" y="1028842"/>
            <a:ext cx="7338696" cy="5692633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>
            <a:off x="6206836" y="5268086"/>
            <a:ext cx="2946400" cy="249382"/>
          </a:xfrm>
          <a:prstGeom prst="wedgeRoundRectCallout">
            <a:avLst>
              <a:gd name="adj1" fmla="val -60645"/>
              <a:gd name="adj2" fmla="val 324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Calling void methods</a:t>
            </a:r>
          </a:p>
        </p:txBody>
      </p:sp>
      <p:sp>
        <p:nvSpPr>
          <p:cNvPr id="8" name="Right Bracket 7"/>
          <p:cNvSpPr/>
          <p:nvPr/>
        </p:nvSpPr>
        <p:spPr>
          <a:xfrm>
            <a:off x="5624945" y="5163127"/>
            <a:ext cx="240146" cy="459301"/>
          </a:xfrm>
          <a:prstGeom prst="rightBracket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ket 9"/>
          <p:cNvSpPr/>
          <p:nvPr/>
        </p:nvSpPr>
        <p:spPr>
          <a:xfrm>
            <a:off x="4248727" y="5572884"/>
            <a:ext cx="175491" cy="606241"/>
          </a:xfrm>
          <a:prstGeom prst="leftBracket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598253" y="5500884"/>
            <a:ext cx="3308729" cy="243087"/>
          </a:xfrm>
          <a:prstGeom prst="wedgeRoundRectCallout">
            <a:avLst>
              <a:gd name="adj1" fmla="val 58928"/>
              <a:gd name="adj2" fmla="val 106022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Calling parameterized methods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110835" y="5933140"/>
            <a:ext cx="3629891" cy="624678"/>
          </a:xfrm>
          <a:prstGeom prst="wedgeRoundRectCallout">
            <a:avLst>
              <a:gd name="adj1" fmla="val 66304"/>
              <a:gd name="adj2" fmla="val 3346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30" y="5973620"/>
            <a:ext cx="2857748" cy="518205"/>
          </a:xfrm>
          <a:prstGeom prst="rect">
            <a:avLst/>
          </a:prstGeom>
        </p:spPr>
      </p:pic>
      <p:sp>
        <p:nvSpPr>
          <p:cNvPr id="15" name="Left Bracket 14"/>
          <p:cNvSpPr/>
          <p:nvPr/>
        </p:nvSpPr>
        <p:spPr>
          <a:xfrm>
            <a:off x="3863108" y="1503301"/>
            <a:ext cx="175491" cy="606241"/>
          </a:xfrm>
          <a:prstGeom prst="leftBracket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ular Callout 15"/>
          <p:cNvSpPr/>
          <p:nvPr/>
        </p:nvSpPr>
        <p:spPr>
          <a:xfrm>
            <a:off x="212634" y="1613277"/>
            <a:ext cx="3462836" cy="297710"/>
          </a:xfrm>
          <a:prstGeom prst="wedgeRoundRectCallout">
            <a:avLst>
              <a:gd name="adj1" fmla="val 54927"/>
              <a:gd name="adj2" fmla="val 22255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method without parameters</a:t>
            </a:r>
          </a:p>
        </p:txBody>
      </p:sp>
      <p:sp>
        <p:nvSpPr>
          <p:cNvPr id="17" name="Left Bracket 16"/>
          <p:cNvSpPr/>
          <p:nvPr/>
        </p:nvSpPr>
        <p:spPr>
          <a:xfrm>
            <a:off x="3863108" y="2269917"/>
            <a:ext cx="175491" cy="768847"/>
          </a:xfrm>
          <a:prstGeom prst="leftBracket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ular Callout 17"/>
          <p:cNvSpPr/>
          <p:nvPr/>
        </p:nvSpPr>
        <p:spPr>
          <a:xfrm>
            <a:off x="212634" y="2197916"/>
            <a:ext cx="3308729" cy="579893"/>
          </a:xfrm>
          <a:prstGeom prst="wedgeRoundRectCallout">
            <a:avLst>
              <a:gd name="adj1" fmla="val 58649"/>
              <a:gd name="adj2" fmla="val 15234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method with return value without parameters</a:t>
            </a:r>
          </a:p>
        </p:txBody>
      </p:sp>
      <p:sp>
        <p:nvSpPr>
          <p:cNvPr id="19" name="Left Bracket 18"/>
          <p:cNvSpPr/>
          <p:nvPr/>
        </p:nvSpPr>
        <p:spPr>
          <a:xfrm>
            <a:off x="3863108" y="3209673"/>
            <a:ext cx="175491" cy="752727"/>
          </a:xfrm>
          <a:prstGeom prst="leftBracket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ular Callout 19"/>
          <p:cNvSpPr/>
          <p:nvPr/>
        </p:nvSpPr>
        <p:spPr>
          <a:xfrm>
            <a:off x="212634" y="3137673"/>
            <a:ext cx="3308729" cy="510691"/>
          </a:xfrm>
          <a:prstGeom prst="wedgeRoundRectCallout">
            <a:avLst>
              <a:gd name="adj1" fmla="val 59486"/>
              <a:gd name="adj2" fmla="val 48147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method with parameters</a:t>
            </a:r>
          </a:p>
        </p:txBody>
      </p:sp>
      <p:sp>
        <p:nvSpPr>
          <p:cNvPr id="21" name="Left Bracket 20"/>
          <p:cNvSpPr/>
          <p:nvPr/>
        </p:nvSpPr>
        <p:spPr>
          <a:xfrm>
            <a:off x="3863108" y="4156148"/>
            <a:ext cx="175491" cy="606241"/>
          </a:xfrm>
          <a:prstGeom prst="leftBracket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ular Callout 21"/>
          <p:cNvSpPr/>
          <p:nvPr/>
        </p:nvSpPr>
        <p:spPr>
          <a:xfrm>
            <a:off x="212634" y="4084148"/>
            <a:ext cx="3308729" cy="546181"/>
          </a:xfrm>
          <a:prstGeom prst="wedgeRoundRectCallout">
            <a:avLst>
              <a:gd name="adj1" fmla="val 59765"/>
              <a:gd name="adj2" fmla="val 14704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method with return value with parameters</a:t>
            </a:r>
          </a:p>
        </p:txBody>
      </p:sp>
      <p:sp>
        <p:nvSpPr>
          <p:cNvPr id="23" name="Rounded Rectangular Callout 22"/>
          <p:cNvSpPr/>
          <p:nvPr/>
        </p:nvSpPr>
        <p:spPr>
          <a:xfrm>
            <a:off x="9254836" y="1028842"/>
            <a:ext cx="2844800" cy="4593586"/>
          </a:xfrm>
          <a:prstGeom prst="wedgeRoundRectCallout">
            <a:avLst>
              <a:gd name="adj1" fmla="val 111"/>
              <a:gd name="adj2" fmla="val 58158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 are used to </a:t>
            </a:r>
            <a:r>
              <a:rPr 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required values from the </a:t>
            </a:r>
            <a:r>
              <a:rPr 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calling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 (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main()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to the </a:t>
            </a:r>
            <a:r>
              <a:rPr 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 (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multiply()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sending the values from the calling to called methods is referred to as </a:t>
            </a:r>
            <a:r>
              <a:rPr 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passing the parameters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60477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33B6-A624-D819-1195-41E02203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DF4D3-FC48-0276-582E-F0FF2D487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scope of a variable is the block of the program where the variable can be referenced (used).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variable that is defined inside a method.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scope of a local variable starts from its declaration and continues to the end of the block that contains that variable.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local variable must be declared before it can be used.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0A3ED-C613-4B65-1516-AAC08A2B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935583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CCDFB-ECA9-0A5D-C20F-6BC2C64A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4C21D5-816B-4C8C-A17B-434F94CBB93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546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A20D-3DD3-5895-1554-C56E3FA6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DD1C75-C529-8C19-133C-6CB0BCEBD5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6366" y="1447882"/>
                <a:ext cx="6374080" cy="2365827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variables </a:t>
                </a:r>
                <a14:m>
                  <m:oMath xmlns:m="http://schemas.openxmlformats.org/officeDocument/2006/math">
                    <m:r>
                      <a:rPr lang="en-US" sz="2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local variables. 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They 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CANNOT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used outside the method that they were declared in.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you use </a:t>
                </a:r>
                <a14:m>
                  <m:oMath xmlns:m="http://schemas.openxmlformats.org/officeDocument/2006/math">
                    <m:r>
                      <a:rPr lang="en-US" sz="2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outside the method will cause </a:t>
                </a:r>
                <a:r>
                  <a:rPr lang="en-US" sz="2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syntax error.</a:t>
                </a:r>
              </a:p>
              <a:p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DD1C75-C529-8C19-133C-6CB0BCEBD5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6366" y="1447882"/>
                <a:ext cx="6374080" cy="2365827"/>
              </a:xfrm>
              <a:blipFill>
                <a:blip r:embed="rId2"/>
                <a:stretch>
                  <a:fillRect l="-1434" t="-4124" r="-15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D8F190-28F7-93B0-DF79-460E31116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765766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4D21EB-A336-BCB6-237F-78BF6101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4C21D5-816B-4C8C-A17B-434F94CBB93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22" y="1412050"/>
            <a:ext cx="5322824" cy="36747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ounded Rectangular Callout 8"/>
          <p:cNvSpPr/>
          <p:nvPr/>
        </p:nvSpPr>
        <p:spPr>
          <a:xfrm>
            <a:off x="3254663" y="4261359"/>
            <a:ext cx="1567873" cy="624678"/>
          </a:xfrm>
          <a:prstGeom prst="wedgeRoundRectCallout">
            <a:avLst>
              <a:gd name="adj1" fmla="val -85859"/>
              <a:gd name="adj2" fmla="val -12918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Syntax Error</a:t>
            </a:r>
          </a:p>
        </p:txBody>
      </p:sp>
    </p:spTree>
    <p:extLst>
      <p:ext uri="{BB962C8B-B14F-4D97-AF65-F5344CB8AC3E}">
        <p14:creationId xmlns:p14="http://schemas.microsoft.com/office/powerpoint/2010/main" val="536267372"/>
      </p:ext>
    </p:extLst>
  </p:cSld>
  <p:clrMapOvr>
    <a:masterClrMapping/>
  </p:clrMapOvr>
</p:sld>
</file>

<file path=ppt/theme/theme1.xml><?xml version="1.0" encoding="utf-8"?>
<a:theme xmlns:a="http://schemas.openxmlformats.org/drawingml/2006/main" name="ZU -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 - Theme" id="{25897C2A-563F-4EEE-98A8-BE7B6DDDF5FB}" vid="{7102B1C6-D57E-4303-8E16-CF7DA832BB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ZU - Theme</Template>
  <TotalTime>4300</TotalTime>
  <Words>1397</Words>
  <Application>Microsoft Office PowerPoint</Application>
  <PresentationFormat>Widescreen</PresentationFormat>
  <Paragraphs>195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Cascadia Code</vt:lpstr>
      <vt:lpstr>Constantia</vt:lpstr>
      <vt:lpstr>Times New Roman</vt:lpstr>
      <vt:lpstr>Wingdings</vt:lpstr>
      <vt:lpstr>Wingdings 2</vt:lpstr>
      <vt:lpstr>ZU - Theme</vt:lpstr>
      <vt:lpstr>Computer Programming 2</vt:lpstr>
      <vt:lpstr>Chapter One Review: Methods</vt:lpstr>
      <vt:lpstr>Outline</vt:lpstr>
      <vt:lpstr>What is a Method?</vt:lpstr>
      <vt:lpstr>Method Declaration</vt:lpstr>
      <vt:lpstr>Return Type</vt:lpstr>
      <vt:lpstr>PowerPoint Presentation</vt:lpstr>
      <vt:lpstr>Simple Method</vt:lpstr>
      <vt:lpstr>Parameterized Methods</vt:lpstr>
      <vt:lpstr>Method Body</vt:lpstr>
      <vt:lpstr>Calling Methods</vt:lpstr>
      <vt:lpstr>Calling Methods</vt:lpstr>
      <vt:lpstr>Calling Methods</vt:lpstr>
      <vt:lpstr>Example</vt:lpstr>
      <vt:lpstr>Calling Methods</vt:lpstr>
      <vt:lpstr>Calling Methods</vt:lpstr>
      <vt:lpstr>Scope of the Variables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6242</dc:creator>
  <cp:lastModifiedBy>Guest</cp:lastModifiedBy>
  <cp:revision>188</cp:revision>
  <cp:lastPrinted>2024-03-05T01:39:29Z</cp:lastPrinted>
  <dcterms:created xsi:type="dcterms:W3CDTF">2022-10-20T07:12:26Z</dcterms:created>
  <dcterms:modified xsi:type="dcterms:W3CDTF">2024-03-05T18:24:11Z</dcterms:modified>
</cp:coreProperties>
</file>