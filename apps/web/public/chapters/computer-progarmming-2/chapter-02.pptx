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7" r:id="rId2"/>
    <p:sldId id="349" r:id="rId3"/>
    <p:sldId id="346" r:id="rId4"/>
    <p:sldId id="258" r:id="rId5"/>
    <p:sldId id="263" r:id="rId6"/>
    <p:sldId id="264" r:id="rId7"/>
    <p:sldId id="352" r:id="rId8"/>
    <p:sldId id="356" r:id="rId9"/>
    <p:sldId id="355" r:id="rId10"/>
    <p:sldId id="553" r:id="rId11"/>
    <p:sldId id="554" r:id="rId12"/>
    <p:sldId id="557" r:id="rId13"/>
    <p:sldId id="556" r:id="rId14"/>
    <p:sldId id="558" r:id="rId15"/>
    <p:sldId id="559" r:id="rId16"/>
    <p:sldId id="268" r:id="rId17"/>
    <p:sldId id="582" r:id="rId18"/>
    <p:sldId id="584" r:id="rId19"/>
    <p:sldId id="585" r:id="rId20"/>
    <p:sldId id="583" r:id="rId21"/>
    <p:sldId id="592" r:id="rId22"/>
    <p:sldId id="595" r:id="rId23"/>
    <p:sldId id="596" r:id="rId24"/>
    <p:sldId id="273" r:id="rId25"/>
    <p:sldId id="275" r:id="rId26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1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batullah Awwad" userId="c074c6c3-03d1-4489-bec5-99bcd2df8d14" providerId="ADAL" clId="{F21A729E-940F-488B-8C8D-1CFC4728DAC7}"/>
    <pc:docChg chg="undo custSel modSld">
      <pc:chgData name="Hebatullah Awwad" userId="c074c6c3-03d1-4489-bec5-99bcd2df8d14" providerId="ADAL" clId="{F21A729E-940F-488B-8C8D-1CFC4728DAC7}" dt="2024-03-11T07:27:17.486" v="420" actId="1037"/>
      <pc:docMkLst>
        <pc:docMk/>
      </pc:docMkLst>
      <pc:sldChg chg="modSp mod">
        <pc:chgData name="Hebatullah Awwad" userId="c074c6c3-03d1-4489-bec5-99bcd2df8d14" providerId="ADAL" clId="{F21A729E-940F-488B-8C8D-1CFC4728DAC7}" dt="2024-03-11T07:13:47.658" v="353" actId="20577"/>
        <pc:sldMkLst>
          <pc:docMk/>
          <pc:sldMk cId="0" sldId="275"/>
        </pc:sldMkLst>
        <pc:spChg chg="mod">
          <ac:chgData name="Hebatullah Awwad" userId="c074c6c3-03d1-4489-bec5-99bcd2df8d14" providerId="ADAL" clId="{F21A729E-940F-488B-8C8D-1CFC4728DAC7}" dt="2024-03-11T07:13:22.601" v="343" actId="6549"/>
          <ac:spMkLst>
            <pc:docMk/>
            <pc:sldMk cId="0" sldId="275"/>
            <ac:spMk id="28" creationId="{00000000-0000-0000-0000-000000000000}"/>
          </ac:spMkLst>
        </pc:spChg>
        <pc:spChg chg="mod">
          <ac:chgData name="Hebatullah Awwad" userId="c074c6c3-03d1-4489-bec5-99bcd2df8d14" providerId="ADAL" clId="{F21A729E-940F-488B-8C8D-1CFC4728DAC7}" dt="2024-03-11T07:13:33.200" v="347" actId="20577"/>
          <ac:spMkLst>
            <pc:docMk/>
            <pc:sldMk cId="0" sldId="275"/>
            <ac:spMk id="34" creationId="{00000000-0000-0000-0000-000000000000}"/>
          </ac:spMkLst>
        </pc:spChg>
        <pc:spChg chg="mod">
          <ac:chgData name="Hebatullah Awwad" userId="c074c6c3-03d1-4489-bec5-99bcd2df8d14" providerId="ADAL" clId="{F21A729E-940F-488B-8C8D-1CFC4728DAC7}" dt="2024-03-11T07:13:40.758" v="349" actId="6549"/>
          <ac:spMkLst>
            <pc:docMk/>
            <pc:sldMk cId="0" sldId="275"/>
            <ac:spMk id="49" creationId="{00000000-0000-0000-0000-000000000000}"/>
          </ac:spMkLst>
        </pc:spChg>
        <pc:spChg chg="mod">
          <ac:chgData name="Hebatullah Awwad" userId="c074c6c3-03d1-4489-bec5-99bcd2df8d14" providerId="ADAL" clId="{F21A729E-940F-488B-8C8D-1CFC4728DAC7}" dt="2024-03-11T07:13:47.658" v="353" actId="20577"/>
          <ac:spMkLst>
            <pc:docMk/>
            <pc:sldMk cId="0" sldId="275"/>
            <ac:spMk id="55" creationId="{00000000-0000-0000-0000-000000000000}"/>
          </ac:spMkLst>
        </pc:spChg>
        <pc:graphicFrameChg chg="modGraphic">
          <ac:chgData name="Hebatullah Awwad" userId="c074c6c3-03d1-4489-bec5-99bcd2df8d14" providerId="ADAL" clId="{F21A729E-940F-488B-8C8D-1CFC4728DAC7}" dt="2024-03-11T07:13:13.418" v="342" actId="6549"/>
          <ac:graphicFrameMkLst>
            <pc:docMk/>
            <pc:sldMk cId="0" sldId="275"/>
            <ac:graphicFrameMk id="36" creationId="{00000000-0000-0000-0000-000000000000}"/>
          </ac:graphicFrameMkLst>
        </pc:graphicFrameChg>
      </pc:sldChg>
      <pc:sldChg chg="addSp modSp mod">
        <pc:chgData name="Hebatullah Awwad" userId="c074c6c3-03d1-4489-bec5-99bcd2df8d14" providerId="ADAL" clId="{F21A729E-940F-488B-8C8D-1CFC4728DAC7}" dt="2024-03-11T06:00:23.575" v="26" actId="207"/>
        <pc:sldMkLst>
          <pc:docMk/>
          <pc:sldMk cId="887408975" sldId="558"/>
        </pc:sldMkLst>
        <pc:spChg chg="add mod">
          <ac:chgData name="Hebatullah Awwad" userId="c074c6c3-03d1-4489-bec5-99bcd2df8d14" providerId="ADAL" clId="{F21A729E-940F-488B-8C8D-1CFC4728DAC7}" dt="2024-03-11T06:00:23.575" v="26" actId="207"/>
          <ac:spMkLst>
            <pc:docMk/>
            <pc:sldMk cId="887408975" sldId="558"/>
            <ac:spMk id="4" creationId="{C0E4E568-8F3F-68DD-B1D2-58A8B40BA117}"/>
          </ac:spMkLst>
        </pc:spChg>
        <pc:spChg chg="mod">
          <ac:chgData name="Hebatullah Awwad" userId="c074c6c3-03d1-4489-bec5-99bcd2df8d14" providerId="ADAL" clId="{F21A729E-940F-488B-8C8D-1CFC4728DAC7}" dt="2024-03-11T05:59:44.355" v="23" actId="1035"/>
          <ac:spMkLst>
            <pc:docMk/>
            <pc:sldMk cId="887408975" sldId="558"/>
            <ac:spMk id="40" creationId="{3E1F42D8-089E-47F8-A1BF-2CD44957CE32}"/>
          </ac:spMkLst>
        </pc:spChg>
        <pc:grpChg chg="ord">
          <ac:chgData name="Hebatullah Awwad" userId="c074c6c3-03d1-4489-bec5-99bcd2df8d14" providerId="ADAL" clId="{F21A729E-940F-488B-8C8D-1CFC4728DAC7}" dt="2024-03-11T05:59:18.066" v="11" actId="166"/>
          <ac:grpSpMkLst>
            <pc:docMk/>
            <pc:sldMk cId="887408975" sldId="558"/>
            <ac:grpSpMk id="3" creationId="{00000000-0000-0000-0000-000000000000}"/>
          </ac:grpSpMkLst>
        </pc:grpChg>
        <pc:cxnChg chg="mod">
          <ac:chgData name="Hebatullah Awwad" userId="c074c6c3-03d1-4489-bec5-99bcd2df8d14" providerId="ADAL" clId="{F21A729E-940F-488B-8C8D-1CFC4728DAC7}" dt="2024-03-11T05:59:49.436" v="24" actId="14100"/>
          <ac:cxnSpMkLst>
            <pc:docMk/>
            <pc:sldMk cId="887408975" sldId="558"/>
            <ac:cxnSpMk id="34" creationId="{4FF90BFA-C550-4554-AC77-33EBDCE0A3FD}"/>
          </ac:cxnSpMkLst>
        </pc:cxnChg>
        <pc:cxnChg chg="mod">
          <ac:chgData name="Hebatullah Awwad" userId="c074c6c3-03d1-4489-bec5-99bcd2df8d14" providerId="ADAL" clId="{F21A729E-940F-488B-8C8D-1CFC4728DAC7}" dt="2024-03-11T05:59:44.355" v="23" actId="1035"/>
          <ac:cxnSpMkLst>
            <pc:docMk/>
            <pc:sldMk cId="887408975" sldId="558"/>
            <ac:cxnSpMk id="39" creationId="{035EB12C-C7A3-4E07-B49E-0A717F33BC87}"/>
          </ac:cxnSpMkLst>
        </pc:cxnChg>
      </pc:sldChg>
      <pc:sldChg chg="addSp modSp mod">
        <pc:chgData name="Hebatullah Awwad" userId="c074c6c3-03d1-4489-bec5-99bcd2df8d14" providerId="ADAL" clId="{F21A729E-940F-488B-8C8D-1CFC4728DAC7}" dt="2024-03-11T06:01:50.554" v="78" actId="14100"/>
        <pc:sldMkLst>
          <pc:docMk/>
          <pc:sldMk cId="432834120" sldId="559"/>
        </pc:sldMkLst>
        <pc:spChg chg="add mod">
          <ac:chgData name="Hebatullah Awwad" userId="c074c6c3-03d1-4489-bec5-99bcd2df8d14" providerId="ADAL" clId="{F21A729E-940F-488B-8C8D-1CFC4728DAC7}" dt="2024-03-11T06:01:43.787" v="77" actId="1076"/>
          <ac:spMkLst>
            <pc:docMk/>
            <pc:sldMk cId="432834120" sldId="559"/>
            <ac:spMk id="3" creationId="{94B13257-FD65-68E4-30CD-7304E91720DF}"/>
          </ac:spMkLst>
        </pc:spChg>
        <pc:picChg chg="mod">
          <ac:chgData name="Hebatullah Awwad" userId="c074c6c3-03d1-4489-bec5-99bcd2df8d14" providerId="ADAL" clId="{F21A729E-940F-488B-8C8D-1CFC4728DAC7}" dt="2024-03-11T06:01:50.554" v="78" actId="14100"/>
          <ac:picMkLst>
            <pc:docMk/>
            <pc:sldMk cId="432834120" sldId="559"/>
            <ac:picMk id="19" creationId="{694600A0-61AE-4035-A36C-2CA57484BB23}"/>
          </ac:picMkLst>
        </pc:picChg>
      </pc:sldChg>
      <pc:sldChg chg="addSp delSp modSp mod">
        <pc:chgData name="Hebatullah Awwad" userId="c074c6c3-03d1-4489-bec5-99bcd2df8d14" providerId="ADAL" clId="{F21A729E-940F-488B-8C8D-1CFC4728DAC7}" dt="2024-03-11T07:06:53.532" v="264" actId="14100"/>
        <pc:sldMkLst>
          <pc:docMk/>
          <pc:sldMk cId="1709196551" sldId="582"/>
        </pc:sldMkLst>
        <pc:spChg chg="add mod">
          <ac:chgData name="Hebatullah Awwad" userId="c074c6c3-03d1-4489-bec5-99bcd2df8d14" providerId="ADAL" clId="{F21A729E-940F-488B-8C8D-1CFC4728DAC7}" dt="2024-03-11T07:06:53.532" v="264" actId="14100"/>
          <ac:spMkLst>
            <pc:docMk/>
            <pc:sldMk cId="1709196551" sldId="582"/>
            <ac:spMk id="4" creationId="{2EFEB809-D1EF-0ADE-1D6A-CAE07AABEC13}"/>
          </ac:spMkLst>
        </pc:spChg>
        <pc:spChg chg="add mod">
          <ac:chgData name="Hebatullah Awwad" userId="c074c6c3-03d1-4489-bec5-99bcd2df8d14" providerId="ADAL" clId="{F21A729E-940F-488B-8C8D-1CFC4728DAC7}" dt="2024-03-11T07:06:48.593" v="263" actId="1076"/>
          <ac:spMkLst>
            <pc:docMk/>
            <pc:sldMk cId="1709196551" sldId="582"/>
            <ac:spMk id="6" creationId="{1CABE6B1-8FA7-F985-F818-14196A6768C4}"/>
          </ac:spMkLst>
        </pc:spChg>
        <pc:picChg chg="add mod">
          <ac:chgData name="Hebatullah Awwad" userId="c074c6c3-03d1-4489-bec5-99bcd2df8d14" providerId="ADAL" clId="{F21A729E-940F-488B-8C8D-1CFC4728DAC7}" dt="2024-03-11T06:02:25.023" v="82" actId="1076"/>
          <ac:picMkLst>
            <pc:docMk/>
            <pc:sldMk cId="1709196551" sldId="582"/>
            <ac:picMk id="5" creationId="{0A22DFE9-8B10-BE6F-B26B-B17B6BC4D83F}"/>
          </ac:picMkLst>
        </pc:picChg>
        <pc:picChg chg="del">
          <ac:chgData name="Hebatullah Awwad" userId="c074c6c3-03d1-4489-bec5-99bcd2df8d14" providerId="ADAL" clId="{F21A729E-940F-488B-8C8D-1CFC4728DAC7}" dt="2024-03-11T06:02:19.563" v="80" actId="478"/>
          <ac:picMkLst>
            <pc:docMk/>
            <pc:sldMk cId="1709196551" sldId="582"/>
            <ac:picMk id="8" creationId="{C24B4D28-0AAF-4684-B9BB-1ED1159637E2}"/>
          </ac:picMkLst>
        </pc:picChg>
      </pc:sldChg>
      <pc:sldChg chg="addSp delSp modSp mod">
        <pc:chgData name="Hebatullah Awwad" userId="c074c6c3-03d1-4489-bec5-99bcd2df8d14" providerId="ADAL" clId="{F21A729E-940F-488B-8C8D-1CFC4728DAC7}" dt="2024-03-11T07:26:18.805" v="413" actId="1037"/>
        <pc:sldMkLst>
          <pc:docMk/>
          <pc:sldMk cId="821127242" sldId="584"/>
        </pc:sldMkLst>
        <pc:spChg chg="add mod">
          <ac:chgData name="Hebatullah Awwad" userId="c074c6c3-03d1-4489-bec5-99bcd2df8d14" providerId="ADAL" clId="{F21A729E-940F-488B-8C8D-1CFC4728DAC7}" dt="2024-03-11T06:02:32.412" v="85" actId="1076"/>
          <ac:spMkLst>
            <pc:docMk/>
            <pc:sldMk cId="821127242" sldId="584"/>
            <ac:spMk id="5" creationId="{3775147F-69FF-2A86-E800-46660DE17A60}"/>
          </ac:spMkLst>
        </pc:spChg>
        <pc:spChg chg="add mod">
          <ac:chgData name="Hebatullah Awwad" userId="c074c6c3-03d1-4489-bec5-99bcd2df8d14" providerId="ADAL" clId="{F21A729E-940F-488B-8C8D-1CFC4728DAC7}" dt="2024-03-11T07:26:18.805" v="413" actId="1037"/>
          <ac:spMkLst>
            <pc:docMk/>
            <pc:sldMk cId="821127242" sldId="584"/>
            <ac:spMk id="6" creationId="{F25C7B5D-3F49-6448-AA53-590B68D22B74}"/>
          </ac:spMkLst>
        </pc:spChg>
        <pc:picChg chg="add mod">
          <ac:chgData name="Hebatullah Awwad" userId="c074c6c3-03d1-4489-bec5-99bcd2df8d14" providerId="ADAL" clId="{F21A729E-940F-488B-8C8D-1CFC4728DAC7}" dt="2024-03-11T06:02:32.412" v="85" actId="1076"/>
          <ac:picMkLst>
            <pc:docMk/>
            <pc:sldMk cId="821127242" sldId="584"/>
            <ac:picMk id="4" creationId="{F8D2ACDB-6DB7-E6AE-AC9D-5B5B9EE7BB0F}"/>
          </ac:picMkLst>
        </pc:picChg>
        <pc:picChg chg="del">
          <ac:chgData name="Hebatullah Awwad" userId="c074c6c3-03d1-4489-bec5-99bcd2df8d14" providerId="ADAL" clId="{F21A729E-940F-488B-8C8D-1CFC4728DAC7}" dt="2024-03-11T06:02:28.146" v="83" actId="478"/>
          <ac:picMkLst>
            <pc:docMk/>
            <pc:sldMk cId="821127242" sldId="584"/>
            <ac:picMk id="9" creationId="{C24B4D28-0AAF-4684-B9BB-1ED1159637E2}"/>
          </ac:picMkLst>
        </pc:picChg>
        <pc:picChg chg="mod">
          <ac:chgData name="Hebatullah Awwad" userId="c074c6c3-03d1-4489-bec5-99bcd2df8d14" providerId="ADAL" clId="{F21A729E-940F-488B-8C8D-1CFC4728DAC7}" dt="2024-03-11T07:22:51.950" v="402" actId="14100"/>
          <ac:picMkLst>
            <pc:docMk/>
            <pc:sldMk cId="821127242" sldId="584"/>
            <ac:picMk id="1026" creationId="{00000000-0000-0000-0000-000000000000}"/>
          </ac:picMkLst>
        </pc:picChg>
      </pc:sldChg>
      <pc:sldChg chg="addSp delSp modSp mod">
        <pc:chgData name="Hebatullah Awwad" userId="c074c6c3-03d1-4489-bec5-99bcd2df8d14" providerId="ADAL" clId="{F21A729E-940F-488B-8C8D-1CFC4728DAC7}" dt="2024-03-11T07:27:17.486" v="420" actId="1037"/>
        <pc:sldMkLst>
          <pc:docMk/>
          <pc:sldMk cId="1811514838" sldId="585"/>
        </pc:sldMkLst>
        <pc:spChg chg="add mod">
          <ac:chgData name="Hebatullah Awwad" userId="c074c6c3-03d1-4489-bec5-99bcd2df8d14" providerId="ADAL" clId="{F21A729E-940F-488B-8C8D-1CFC4728DAC7}" dt="2024-03-11T07:27:17.486" v="420" actId="1037"/>
          <ac:spMkLst>
            <pc:docMk/>
            <pc:sldMk cId="1811514838" sldId="585"/>
            <ac:spMk id="6" creationId="{F9103C70-7D9D-A7D5-C3FF-DA351897A466}"/>
          </ac:spMkLst>
        </pc:spChg>
        <pc:picChg chg="add mod">
          <ac:chgData name="Hebatullah Awwad" userId="c074c6c3-03d1-4489-bec5-99bcd2df8d14" providerId="ADAL" clId="{F21A729E-940F-488B-8C8D-1CFC4728DAC7}" dt="2024-03-11T07:27:09.710" v="417" actId="14100"/>
          <ac:picMkLst>
            <pc:docMk/>
            <pc:sldMk cId="1811514838" sldId="585"/>
            <ac:picMk id="5" creationId="{3B24DC4F-DA4C-29AF-7C2D-C8225EB84C90}"/>
          </ac:picMkLst>
        </pc:picChg>
        <pc:picChg chg="del">
          <ac:chgData name="Hebatullah Awwad" userId="c074c6c3-03d1-4489-bec5-99bcd2df8d14" providerId="ADAL" clId="{F21A729E-940F-488B-8C8D-1CFC4728DAC7}" dt="2024-03-11T07:26:48.073" v="414" actId="478"/>
          <ac:picMkLst>
            <pc:docMk/>
            <pc:sldMk cId="1811514838" sldId="585"/>
            <ac:picMk id="21" creationId="{00000000-0000-0000-0000-000000000000}"/>
          </ac:picMkLst>
        </pc:picChg>
      </pc:sldChg>
    </pc:docChg>
  </pc:docChgLst>
  <pc:docChgLst>
    <pc:chgData name="Ala'a Al-Shaikh" userId="c7ee08cb-1331-4db2-b917-68f504fd336c" providerId="ADAL" clId="{E4DEA8FA-C312-40D8-ABD2-50162F8D0B81}"/>
    <pc:docChg chg="undo redo custSel addSld delSld modSld sldOrd">
      <pc:chgData name="Ala'a Al-Shaikh" userId="c7ee08cb-1331-4db2-b917-68f504fd336c" providerId="ADAL" clId="{E4DEA8FA-C312-40D8-ABD2-50162F8D0B81}" dt="2023-11-02T21:11:16.504" v="12571" actId="14100"/>
      <pc:docMkLst>
        <pc:docMk/>
      </pc:docMkLst>
      <pc:sldChg chg="add del">
        <pc:chgData name="Ala'a Al-Shaikh" userId="c7ee08cb-1331-4db2-b917-68f504fd336c" providerId="ADAL" clId="{E4DEA8FA-C312-40D8-ABD2-50162F8D0B81}" dt="2023-11-02T15:40:43.314" v="19" actId="47"/>
        <pc:sldMkLst>
          <pc:docMk/>
          <pc:sldMk cId="1346137536" sldId="346"/>
        </pc:sldMkLst>
      </pc:sldChg>
      <pc:sldChg chg="modSp add del mod">
        <pc:chgData name="Ala'a Al-Shaikh" userId="c7ee08cb-1331-4db2-b917-68f504fd336c" providerId="ADAL" clId="{E4DEA8FA-C312-40D8-ABD2-50162F8D0B81}" dt="2023-11-02T15:41:03.369" v="40" actId="20577"/>
        <pc:sldMkLst>
          <pc:docMk/>
          <pc:sldMk cId="2137440648" sldId="349"/>
        </pc:sldMkLst>
        <pc:spChg chg="mod">
          <ac:chgData name="Ala'a Al-Shaikh" userId="c7ee08cb-1331-4db2-b917-68f504fd336c" providerId="ADAL" clId="{E4DEA8FA-C312-40D8-ABD2-50162F8D0B81}" dt="2023-11-02T15:41:03.369" v="40" actId="20577"/>
          <ac:spMkLst>
            <pc:docMk/>
            <pc:sldMk cId="2137440648" sldId="349"/>
            <ac:spMk id="2" creationId="{00000000-0000-0000-0000-000000000000}"/>
          </ac:spMkLst>
        </pc:spChg>
      </pc:sldChg>
      <pc:sldChg chg="modSp new mod">
        <pc:chgData name="Ala'a Al-Shaikh" userId="c7ee08cb-1331-4db2-b917-68f504fd336c" providerId="ADAL" clId="{E4DEA8FA-C312-40D8-ABD2-50162F8D0B81}" dt="2023-11-02T15:54:45.439" v="774" actId="114"/>
        <pc:sldMkLst>
          <pc:docMk/>
          <pc:sldMk cId="1197094562" sldId="350"/>
        </pc:sldMkLst>
        <pc:spChg chg="mod">
          <ac:chgData name="Ala'a Al-Shaikh" userId="c7ee08cb-1331-4db2-b917-68f504fd336c" providerId="ADAL" clId="{E4DEA8FA-C312-40D8-ABD2-50162F8D0B81}" dt="2023-11-02T15:41:30.795" v="98" actId="113"/>
          <ac:spMkLst>
            <pc:docMk/>
            <pc:sldMk cId="1197094562" sldId="350"/>
            <ac:spMk id="2" creationId="{9B45C1F6-27B7-4C76-B822-8FE4592F85AA}"/>
          </ac:spMkLst>
        </pc:spChg>
        <pc:spChg chg="mod">
          <ac:chgData name="Ala'a Al-Shaikh" userId="c7ee08cb-1331-4db2-b917-68f504fd336c" providerId="ADAL" clId="{E4DEA8FA-C312-40D8-ABD2-50162F8D0B81}" dt="2023-11-02T15:54:45.439" v="774" actId="114"/>
          <ac:spMkLst>
            <pc:docMk/>
            <pc:sldMk cId="1197094562" sldId="350"/>
            <ac:spMk id="3" creationId="{B4D07176-02BE-D048-3B35-77E74326D02C}"/>
          </ac:spMkLst>
        </pc:spChg>
      </pc:sldChg>
      <pc:sldChg chg="modSp new mod">
        <pc:chgData name="Ala'a Al-Shaikh" userId="c7ee08cb-1331-4db2-b917-68f504fd336c" providerId="ADAL" clId="{E4DEA8FA-C312-40D8-ABD2-50162F8D0B81}" dt="2023-11-02T16:16:23.803" v="1843" actId="12"/>
        <pc:sldMkLst>
          <pc:docMk/>
          <pc:sldMk cId="3416274426" sldId="351"/>
        </pc:sldMkLst>
        <pc:spChg chg="mod">
          <ac:chgData name="Ala'a Al-Shaikh" userId="c7ee08cb-1331-4db2-b917-68f504fd336c" providerId="ADAL" clId="{E4DEA8FA-C312-40D8-ABD2-50162F8D0B81}" dt="2023-11-02T15:56:18.102" v="804" actId="113"/>
          <ac:spMkLst>
            <pc:docMk/>
            <pc:sldMk cId="3416274426" sldId="351"/>
            <ac:spMk id="2" creationId="{5601CB07-2BFF-2BE3-5A97-8FF8B8E99FB4}"/>
          </ac:spMkLst>
        </pc:spChg>
        <pc:spChg chg="mod">
          <ac:chgData name="Ala'a Al-Shaikh" userId="c7ee08cb-1331-4db2-b917-68f504fd336c" providerId="ADAL" clId="{E4DEA8FA-C312-40D8-ABD2-50162F8D0B81}" dt="2023-11-02T16:16:23.803" v="1843" actId="12"/>
          <ac:spMkLst>
            <pc:docMk/>
            <pc:sldMk cId="3416274426" sldId="351"/>
            <ac:spMk id="3" creationId="{3EC61EBC-1A83-2AAD-6CE6-1EA403A59C26}"/>
          </ac:spMkLst>
        </pc:spChg>
      </pc:sldChg>
      <pc:sldChg chg="modSp new mod">
        <pc:chgData name="Ala'a Al-Shaikh" userId="c7ee08cb-1331-4db2-b917-68f504fd336c" providerId="ADAL" clId="{E4DEA8FA-C312-40D8-ABD2-50162F8D0B81}" dt="2023-11-02T16:08:57.149" v="1641" actId="14100"/>
        <pc:sldMkLst>
          <pc:docMk/>
          <pc:sldMk cId="803255851" sldId="352"/>
        </pc:sldMkLst>
        <pc:spChg chg="mod">
          <ac:chgData name="Ala'a Al-Shaikh" userId="c7ee08cb-1331-4db2-b917-68f504fd336c" providerId="ADAL" clId="{E4DEA8FA-C312-40D8-ABD2-50162F8D0B81}" dt="2023-11-02T16:04:39.444" v="1328" actId="2711"/>
          <ac:spMkLst>
            <pc:docMk/>
            <pc:sldMk cId="803255851" sldId="352"/>
            <ac:spMk id="2" creationId="{A8E971D0-8190-9AFC-9062-10C3F284EDFC}"/>
          </ac:spMkLst>
        </pc:spChg>
        <pc:spChg chg="mod">
          <ac:chgData name="Ala'a Al-Shaikh" userId="c7ee08cb-1331-4db2-b917-68f504fd336c" providerId="ADAL" clId="{E4DEA8FA-C312-40D8-ABD2-50162F8D0B81}" dt="2023-11-02T16:08:57.149" v="1641" actId="14100"/>
          <ac:spMkLst>
            <pc:docMk/>
            <pc:sldMk cId="803255851" sldId="352"/>
            <ac:spMk id="3" creationId="{56E79850-3FC2-040B-6704-8231ADD47CC9}"/>
          </ac:spMkLst>
        </pc:spChg>
      </pc:sldChg>
      <pc:sldChg chg="modSp new mod">
        <pc:chgData name="Ala'a Al-Shaikh" userId="c7ee08cb-1331-4db2-b917-68f504fd336c" providerId="ADAL" clId="{E4DEA8FA-C312-40D8-ABD2-50162F8D0B81}" dt="2023-11-02T16:31:41.820" v="2643" actId="20578"/>
        <pc:sldMkLst>
          <pc:docMk/>
          <pc:sldMk cId="1904346868" sldId="353"/>
        </pc:sldMkLst>
        <pc:spChg chg="mod">
          <ac:chgData name="Ala'a Al-Shaikh" userId="c7ee08cb-1331-4db2-b917-68f504fd336c" providerId="ADAL" clId="{E4DEA8FA-C312-40D8-ABD2-50162F8D0B81}" dt="2023-11-02T16:09:30.844" v="1664" actId="113"/>
          <ac:spMkLst>
            <pc:docMk/>
            <pc:sldMk cId="1904346868" sldId="353"/>
            <ac:spMk id="2" creationId="{2DF50218-83AD-DC59-E1E2-689CE1C4FE27}"/>
          </ac:spMkLst>
        </pc:spChg>
        <pc:spChg chg="mod">
          <ac:chgData name="Ala'a Al-Shaikh" userId="c7ee08cb-1331-4db2-b917-68f504fd336c" providerId="ADAL" clId="{E4DEA8FA-C312-40D8-ABD2-50162F8D0B81}" dt="2023-11-02T16:31:41.820" v="2643" actId="20578"/>
          <ac:spMkLst>
            <pc:docMk/>
            <pc:sldMk cId="1904346868" sldId="353"/>
            <ac:spMk id="3" creationId="{E9A65825-F847-60C2-E474-C6CF6A86E202}"/>
          </ac:spMkLst>
        </pc:spChg>
      </pc:sldChg>
      <pc:sldChg chg="modSp new mod">
        <pc:chgData name="Ala'a Al-Shaikh" userId="c7ee08cb-1331-4db2-b917-68f504fd336c" providerId="ADAL" clId="{E4DEA8FA-C312-40D8-ABD2-50162F8D0B81}" dt="2023-11-02T16:19:40.982" v="2154" actId="403"/>
        <pc:sldMkLst>
          <pc:docMk/>
          <pc:sldMk cId="3651396088" sldId="354"/>
        </pc:sldMkLst>
        <pc:spChg chg="mod">
          <ac:chgData name="Ala'a Al-Shaikh" userId="c7ee08cb-1331-4db2-b917-68f504fd336c" providerId="ADAL" clId="{E4DEA8FA-C312-40D8-ABD2-50162F8D0B81}" dt="2023-11-02T16:16:40.064" v="1866" actId="113"/>
          <ac:spMkLst>
            <pc:docMk/>
            <pc:sldMk cId="3651396088" sldId="354"/>
            <ac:spMk id="2" creationId="{0DE62506-1FE4-2463-14B9-2C9C417F74D5}"/>
          </ac:spMkLst>
        </pc:spChg>
        <pc:spChg chg="mod">
          <ac:chgData name="Ala'a Al-Shaikh" userId="c7ee08cb-1331-4db2-b917-68f504fd336c" providerId="ADAL" clId="{E4DEA8FA-C312-40D8-ABD2-50162F8D0B81}" dt="2023-11-02T16:19:40.982" v="2154" actId="403"/>
          <ac:spMkLst>
            <pc:docMk/>
            <pc:sldMk cId="3651396088" sldId="354"/>
            <ac:spMk id="3" creationId="{E23EB9E3-F935-9411-5B00-7ECA7D9964D5}"/>
          </ac:spMkLst>
        </pc:spChg>
      </pc:sldChg>
      <pc:sldChg chg="addSp modSp new mod">
        <pc:chgData name="Ala'a Al-Shaikh" userId="c7ee08cb-1331-4db2-b917-68f504fd336c" providerId="ADAL" clId="{E4DEA8FA-C312-40D8-ABD2-50162F8D0B81}" dt="2023-11-02T16:42:18.630" v="3230" actId="1076"/>
        <pc:sldMkLst>
          <pc:docMk/>
          <pc:sldMk cId="3741054805" sldId="355"/>
        </pc:sldMkLst>
        <pc:spChg chg="mod">
          <ac:chgData name="Ala'a Al-Shaikh" userId="c7ee08cb-1331-4db2-b917-68f504fd336c" providerId="ADAL" clId="{E4DEA8FA-C312-40D8-ABD2-50162F8D0B81}" dt="2023-11-02T16:32:11.753" v="2665" actId="113"/>
          <ac:spMkLst>
            <pc:docMk/>
            <pc:sldMk cId="3741054805" sldId="355"/>
            <ac:spMk id="2" creationId="{1EAFF43A-C0C7-22D5-D462-5E2BB775E697}"/>
          </ac:spMkLst>
        </pc:spChg>
        <pc:spChg chg="mod">
          <ac:chgData name="Ala'a Al-Shaikh" userId="c7ee08cb-1331-4db2-b917-68f504fd336c" providerId="ADAL" clId="{E4DEA8FA-C312-40D8-ABD2-50162F8D0B81}" dt="2023-11-02T16:36:57.276" v="3028" actId="20577"/>
          <ac:spMkLst>
            <pc:docMk/>
            <pc:sldMk cId="3741054805" sldId="355"/>
            <ac:spMk id="3" creationId="{0BDBD941-EA0C-D5D7-0714-4C5A2B06F750}"/>
          </ac:spMkLst>
        </pc:spChg>
        <pc:graphicFrameChg chg="add mod modGraphic">
          <ac:chgData name="Ala'a Al-Shaikh" userId="c7ee08cb-1331-4db2-b917-68f504fd336c" providerId="ADAL" clId="{E4DEA8FA-C312-40D8-ABD2-50162F8D0B81}" dt="2023-11-02T16:42:18.630" v="3230" actId="1076"/>
          <ac:graphicFrameMkLst>
            <pc:docMk/>
            <pc:sldMk cId="3741054805" sldId="355"/>
            <ac:graphicFrameMk id="6" creationId="{8C28C8D9-9642-6CDC-239C-5EC71AFDB21A}"/>
          </ac:graphicFrameMkLst>
        </pc:graphicFrameChg>
      </pc:sldChg>
      <pc:sldChg chg="addSp modSp new mod ord">
        <pc:chgData name="Ala'a Al-Shaikh" userId="c7ee08cb-1331-4db2-b917-68f504fd336c" providerId="ADAL" clId="{E4DEA8FA-C312-40D8-ABD2-50162F8D0B81}" dt="2023-11-02T18:03:35.731" v="5502" actId="207"/>
        <pc:sldMkLst>
          <pc:docMk/>
          <pc:sldMk cId="3149275981" sldId="356"/>
        </pc:sldMkLst>
        <pc:spChg chg="mod">
          <ac:chgData name="Ala'a Al-Shaikh" userId="c7ee08cb-1331-4db2-b917-68f504fd336c" providerId="ADAL" clId="{E4DEA8FA-C312-40D8-ABD2-50162F8D0B81}" dt="2023-11-02T16:40:03.208" v="3116" actId="113"/>
          <ac:spMkLst>
            <pc:docMk/>
            <pc:sldMk cId="3149275981" sldId="356"/>
            <ac:spMk id="2" creationId="{B804CE4F-7C45-3853-1544-F3B696CA8B4C}"/>
          </ac:spMkLst>
        </pc:spChg>
        <pc:spChg chg="mod">
          <ac:chgData name="Ala'a Al-Shaikh" userId="c7ee08cb-1331-4db2-b917-68f504fd336c" providerId="ADAL" clId="{E4DEA8FA-C312-40D8-ABD2-50162F8D0B81}" dt="2023-11-02T18:03:35.731" v="5502" actId="207"/>
          <ac:spMkLst>
            <pc:docMk/>
            <pc:sldMk cId="3149275981" sldId="356"/>
            <ac:spMk id="3" creationId="{F298DDD0-33FE-2A8E-20AF-987B020CAE36}"/>
          </ac:spMkLst>
        </pc:spChg>
        <pc:spChg chg="add mod ord">
          <ac:chgData name="Ala'a Al-Shaikh" userId="c7ee08cb-1331-4db2-b917-68f504fd336c" providerId="ADAL" clId="{E4DEA8FA-C312-40D8-ABD2-50162F8D0B81}" dt="2023-11-02T18:03:17.191" v="5498" actId="207"/>
          <ac:spMkLst>
            <pc:docMk/>
            <pc:sldMk cId="3149275981" sldId="356"/>
            <ac:spMk id="6" creationId="{89F4128E-236E-A1F1-3F60-720E92ADF038}"/>
          </ac:spMkLst>
        </pc:spChg>
      </pc:sldChg>
      <pc:sldChg chg="addSp modSp new mod">
        <pc:chgData name="Ala'a Al-Shaikh" userId="c7ee08cb-1331-4db2-b917-68f504fd336c" providerId="ADAL" clId="{E4DEA8FA-C312-40D8-ABD2-50162F8D0B81}" dt="2023-11-02T16:55:54.005" v="3757" actId="14100"/>
        <pc:sldMkLst>
          <pc:docMk/>
          <pc:sldMk cId="3759295417" sldId="357"/>
        </pc:sldMkLst>
        <pc:spChg chg="mod">
          <ac:chgData name="Ala'a Al-Shaikh" userId="c7ee08cb-1331-4db2-b917-68f504fd336c" providerId="ADAL" clId="{E4DEA8FA-C312-40D8-ABD2-50162F8D0B81}" dt="2023-11-02T16:51:57.836" v="3461" actId="20577"/>
          <ac:spMkLst>
            <pc:docMk/>
            <pc:sldMk cId="3759295417" sldId="357"/>
            <ac:spMk id="2" creationId="{39D92C42-DC83-21F8-880F-FE67CC74A340}"/>
          </ac:spMkLst>
        </pc:spChg>
        <pc:spChg chg="mod">
          <ac:chgData name="Ala'a Al-Shaikh" userId="c7ee08cb-1331-4db2-b917-68f504fd336c" providerId="ADAL" clId="{E4DEA8FA-C312-40D8-ABD2-50162F8D0B81}" dt="2023-11-02T16:55:54.005" v="3757" actId="14100"/>
          <ac:spMkLst>
            <pc:docMk/>
            <pc:sldMk cId="3759295417" sldId="357"/>
            <ac:spMk id="3" creationId="{D9B34AA9-CDE2-1F0D-82F4-7354B1ABD6F3}"/>
          </ac:spMkLst>
        </pc:spChg>
        <pc:graphicFrameChg chg="add mod modGraphic">
          <ac:chgData name="Ala'a Al-Shaikh" userId="c7ee08cb-1331-4db2-b917-68f504fd336c" providerId="ADAL" clId="{E4DEA8FA-C312-40D8-ABD2-50162F8D0B81}" dt="2023-11-02T16:55:41.416" v="3754" actId="1076"/>
          <ac:graphicFrameMkLst>
            <pc:docMk/>
            <pc:sldMk cId="3759295417" sldId="357"/>
            <ac:graphicFrameMk id="6" creationId="{C28FE3D5-A393-D144-365E-FB31ADF2476C}"/>
          </ac:graphicFrameMkLst>
        </pc:graphicFrameChg>
      </pc:sldChg>
      <pc:sldChg chg="addSp delSp modSp new mod">
        <pc:chgData name="Ala'a Al-Shaikh" userId="c7ee08cb-1331-4db2-b917-68f504fd336c" providerId="ADAL" clId="{E4DEA8FA-C312-40D8-ABD2-50162F8D0B81}" dt="2023-11-02T17:10:06.460" v="4093" actId="14100"/>
        <pc:sldMkLst>
          <pc:docMk/>
          <pc:sldMk cId="3484802700" sldId="358"/>
        </pc:sldMkLst>
        <pc:spChg chg="mod">
          <ac:chgData name="Ala'a Al-Shaikh" userId="c7ee08cb-1331-4db2-b917-68f504fd336c" providerId="ADAL" clId="{E4DEA8FA-C312-40D8-ABD2-50162F8D0B81}" dt="2023-11-02T17:02:07.396" v="3777" actId="113"/>
          <ac:spMkLst>
            <pc:docMk/>
            <pc:sldMk cId="3484802700" sldId="358"/>
            <ac:spMk id="2" creationId="{C2794035-5435-03FD-4084-F5459ACA7064}"/>
          </ac:spMkLst>
        </pc:spChg>
        <pc:spChg chg="del">
          <ac:chgData name="Ala'a Al-Shaikh" userId="c7ee08cb-1331-4db2-b917-68f504fd336c" providerId="ADAL" clId="{E4DEA8FA-C312-40D8-ABD2-50162F8D0B81}" dt="2023-11-02T17:01:54.619" v="3759"/>
          <ac:spMkLst>
            <pc:docMk/>
            <pc:sldMk cId="3484802700" sldId="358"/>
            <ac:spMk id="3" creationId="{00A509B8-6A05-6687-B190-C9115C12C92E}"/>
          </ac:spMkLst>
        </pc:spChg>
        <pc:spChg chg="add mod">
          <ac:chgData name="Ala'a Al-Shaikh" userId="c7ee08cb-1331-4db2-b917-68f504fd336c" providerId="ADAL" clId="{E4DEA8FA-C312-40D8-ABD2-50162F8D0B81}" dt="2023-11-02T17:04:16.797" v="3901" actId="13822"/>
          <ac:spMkLst>
            <pc:docMk/>
            <pc:sldMk cId="3484802700" sldId="358"/>
            <ac:spMk id="6" creationId="{5DA80CB6-16FB-6FB6-719D-508BC84810E8}"/>
          </ac:spMkLst>
        </pc:spChg>
        <pc:spChg chg="add mod">
          <ac:chgData name="Ala'a Al-Shaikh" userId="c7ee08cb-1331-4db2-b917-68f504fd336c" providerId="ADAL" clId="{E4DEA8FA-C312-40D8-ABD2-50162F8D0B81}" dt="2023-11-02T17:08:27.012" v="4030" actId="20577"/>
          <ac:spMkLst>
            <pc:docMk/>
            <pc:sldMk cId="3484802700" sldId="358"/>
            <ac:spMk id="7" creationId="{4E588812-B545-96FA-05E1-4B2B9D9DEE05}"/>
          </ac:spMkLst>
        </pc:spChg>
        <pc:spChg chg="add mod">
          <ac:chgData name="Ala'a Al-Shaikh" userId="c7ee08cb-1331-4db2-b917-68f504fd336c" providerId="ADAL" clId="{E4DEA8FA-C312-40D8-ABD2-50162F8D0B81}" dt="2023-11-02T17:09:05.203" v="4062" actId="20577"/>
          <ac:spMkLst>
            <pc:docMk/>
            <pc:sldMk cId="3484802700" sldId="358"/>
            <ac:spMk id="8" creationId="{2EC0D9FE-9935-A49E-C984-656FFFC6C4A5}"/>
          </ac:spMkLst>
        </pc:spChg>
        <pc:spChg chg="add mod">
          <ac:chgData name="Ala'a Al-Shaikh" userId="c7ee08cb-1331-4db2-b917-68f504fd336c" providerId="ADAL" clId="{E4DEA8FA-C312-40D8-ABD2-50162F8D0B81}" dt="2023-11-02T17:10:06.460" v="4093" actId="14100"/>
          <ac:spMkLst>
            <pc:docMk/>
            <pc:sldMk cId="3484802700" sldId="358"/>
            <ac:spMk id="9" creationId="{AFBE5B01-BD3D-6960-AB2D-765ECCEB9E20}"/>
          </ac:spMkLst>
        </pc:spChg>
        <pc:picChg chg="add mod">
          <ac:chgData name="Ala'a Al-Shaikh" userId="c7ee08cb-1331-4db2-b917-68f504fd336c" providerId="ADAL" clId="{E4DEA8FA-C312-40D8-ABD2-50162F8D0B81}" dt="2023-11-02T17:01:54.619" v="3759"/>
          <ac:picMkLst>
            <pc:docMk/>
            <pc:sldMk cId="3484802700" sldId="358"/>
            <ac:picMk id="2050" creationId="{180ECEFA-D694-B10D-EAF4-A6B9D635BAF4}"/>
          </ac:picMkLst>
        </pc:picChg>
      </pc:sldChg>
      <pc:sldChg chg="addSp modSp new mod">
        <pc:chgData name="Ala'a Al-Shaikh" userId="c7ee08cb-1331-4db2-b917-68f504fd336c" providerId="ADAL" clId="{E4DEA8FA-C312-40D8-ABD2-50162F8D0B81}" dt="2023-11-02T17:27:39.557" v="4319" actId="1076"/>
        <pc:sldMkLst>
          <pc:docMk/>
          <pc:sldMk cId="3612886012" sldId="359"/>
        </pc:sldMkLst>
        <pc:spChg chg="mod">
          <ac:chgData name="Ala'a Al-Shaikh" userId="c7ee08cb-1331-4db2-b917-68f504fd336c" providerId="ADAL" clId="{E4DEA8FA-C312-40D8-ABD2-50162F8D0B81}" dt="2023-11-02T17:11:34.560" v="4120" actId="2711"/>
          <ac:spMkLst>
            <pc:docMk/>
            <pc:sldMk cId="3612886012" sldId="359"/>
            <ac:spMk id="2" creationId="{218CDB3D-CDA1-1934-C984-CE39D4FB0A15}"/>
          </ac:spMkLst>
        </pc:spChg>
        <pc:spChg chg="mod">
          <ac:chgData name="Ala'a Al-Shaikh" userId="c7ee08cb-1331-4db2-b917-68f504fd336c" providerId="ADAL" clId="{E4DEA8FA-C312-40D8-ABD2-50162F8D0B81}" dt="2023-11-02T17:25:25.550" v="4304" actId="113"/>
          <ac:spMkLst>
            <pc:docMk/>
            <pc:sldMk cId="3612886012" sldId="359"/>
            <ac:spMk id="3" creationId="{E3C94847-473D-208A-DF77-D272BD061385}"/>
          </ac:spMkLst>
        </pc:spChg>
        <pc:picChg chg="add mod">
          <ac:chgData name="Ala'a Al-Shaikh" userId="c7ee08cb-1331-4db2-b917-68f504fd336c" providerId="ADAL" clId="{E4DEA8FA-C312-40D8-ABD2-50162F8D0B81}" dt="2023-11-02T17:27:33.721" v="4318" actId="1076"/>
          <ac:picMkLst>
            <pc:docMk/>
            <pc:sldMk cId="3612886012" sldId="359"/>
            <ac:picMk id="7" creationId="{CA8DE9EB-C439-D369-F04C-E552440C026C}"/>
          </ac:picMkLst>
        </pc:picChg>
        <pc:picChg chg="add mod">
          <ac:chgData name="Ala'a Al-Shaikh" userId="c7ee08cb-1331-4db2-b917-68f504fd336c" providerId="ADAL" clId="{E4DEA8FA-C312-40D8-ABD2-50162F8D0B81}" dt="2023-11-02T17:27:39.557" v="4319" actId="1076"/>
          <ac:picMkLst>
            <pc:docMk/>
            <pc:sldMk cId="3612886012" sldId="359"/>
            <ac:picMk id="9" creationId="{D753B40C-49B8-9F3D-5071-CCD8456D9A0F}"/>
          </ac:picMkLst>
        </pc:picChg>
      </pc:sldChg>
      <pc:sldChg chg="modSp new mod">
        <pc:chgData name="Ala'a Al-Shaikh" userId="c7ee08cb-1331-4db2-b917-68f504fd336c" providerId="ADAL" clId="{E4DEA8FA-C312-40D8-ABD2-50162F8D0B81}" dt="2023-11-02T17:55:18.059" v="5319" actId="14100"/>
        <pc:sldMkLst>
          <pc:docMk/>
          <pc:sldMk cId="3443615018" sldId="360"/>
        </pc:sldMkLst>
        <pc:spChg chg="mod">
          <ac:chgData name="Ala'a Al-Shaikh" userId="c7ee08cb-1331-4db2-b917-68f504fd336c" providerId="ADAL" clId="{E4DEA8FA-C312-40D8-ABD2-50162F8D0B81}" dt="2023-11-02T17:28:35.508" v="4332" actId="113"/>
          <ac:spMkLst>
            <pc:docMk/>
            <pc:sldMk cId="3443615018" sldId="360"/>
            <ac:spMk id="2" creationId="{F5B8EEE5-9C3E-794F-2071-54B4B225C4E4}"/>
          </ac:spMkLst>
        </pc:spChg>
        <pc:spChg chg="mod">
          <ac:chgData name="Ala'a Al-Shaikh" userId="c7ee08cb-1331-4db2-b917-68f504fd336c" providerId="ADAL" clId="{E4DEA8FA-C312-40D8-ABD2-50162F8D0B81}" dt="2023-11-02T17:55:18.059" v="5319" actId="14100"/>
          <ac:spMkLst>
            <pc:docMk/>
            <pc:sldMk cId="3443615018" sldId="360"/>
            <ac:spMk id="3" creationId="{B64A3EC3-6A1C-56DF-DC18-D647F22F9E00}"/>
          </ac:spMkLst>
        </pc:spChg>
      </pc:sldChg>
      <pc:sldChg chg="modSp new mod">
        <pc:chgData name="Ala'a Al-Shaikh" userId="c7ee08cb-1331-4db2-b917-68f504fd336c" providerId="ADAL" clId="{E4DEA8FA-C312-40D8-ABD2-50162F8D0B81}" dt="2023-11-02T17:32:07.259" v="4500" actId="20577"/>
        <pc:sldMkLst>
          <pc:docMk/>
          <pc:sldMk cId="3193920393" sldId="361"/>
        </pc:sldMkLst>
        <pc:spChg chg="mod">
          <ac:chgData name="Ala'a Al-Shaikh" userId="c7ee08cb-1331-4db2-b917-68f504fd336c" providerId="ADAL" clId="{E4DEA8FA-C312-40D8-ABD2-50162F8D0B81}" dt="2023-11-02T17:31:06.173" v="4416" actId="113"/>
          <ac:spMkLst>
            <pc:docMk/>
            <pc:sldMk cId="3193920393" sldId="361"/>
            <ac:spMk id="2" creationId="{98CE0620-9A18-7BEC-2D4F-5A9DE38AA301}"/>
          </ac:spMkLst>
        </pc:spChg>
        <pc:spChg chg="mod">
          <ac:chgData name="Ala'a Al-Shaikh" userId="c7ee08cb-1331-4db2-b917-68f504fd336c" providerId="ADAL" clId="{E4DEA8FA-C312-40D8-ABD2-50162F8D0B81}" dt="2023-11-02T17:32:07.259" v="4500" actId="20577"/>
          <ac:spMkLst>
            <pc:docMk/>
            <pc:sldMk cId="3193920393" sldId="361"/>
            <ac:spMk id="3" creationId="{29F60B9B-DFF2-F41D-4A5C-D1DE5C3624EC}"/>
          </ac:spMkLst>
        </pc:spChg>
      </pc:sldChg>
      <pc:sldChg chg="modSp new mod">
        <pc:chgData name="Ala'a Al-Shaikh" userId="c7ee08cb-1331-4db2-b917-68f504fd336c" providerId="ADAL" clId="{E4DEA8FA-C312-40D8-ABD2-50162F8D0B81}" dt="2023-11-02T17:34:10.002" v="4677" actId="2711"/>
        <pc:sldMkLst>
          <pc:docMk/>
          <pc:sldMk cId="1579751262" sldId="362"/>
        </pc:sldMkLst>
        <pc:spChg chg="mod">
          <ac:chgData name="Ala'a Al-Shaikh" userId="c7ee08cb-1331-4db2-b917-68f504fd336c" providerId="ADAL" clId="{E4DEA8FA-C312-40D8-ABD2-50162F8D0B81}" dt="2023-11-02T17:32:21.883" v="4519" actId="113"/>
          <ac:spMkLst>
            <pc:docMk/>
            <pc:sldMk cId="1579751262" sldId="362"/>
            <ac:spMk id="2" creationId="{F64DA009-2723-FE08-6579-483E236886C9}"/>
          </ac:spMkLst>
        </pc:spChg>
        <pc:spChg chg="mod">
          <ac:chgData name="Ala'a Al-Shaikh" userId="c7ee08cb-1331-4db2-b917-68f504fd336c" providerId="ADAL" clId="{E4DEA8FA-C312-40D8-ABD2-50162F8D0B81}" dt="2023-11-02T17:34:10.002" v="4677" actId="2711"/>
          <ac:spMkLst>
            <pc:docMk/>
            <pc:sldMk cId="1579751262" sldId="362"/>
            <ac:spMk id="3" creationId="{86DC3C25-F7F7-52D4-B43E-381AF8CA95D7}"/>
          </ac:spMkLst>
        </pc:spChg>
      </pc:sldChg>
      <pc:sldChg chg="modSp new mod ord">
        <pc:chgData name="Ala'a Al-Shaikh" userId="c7ee08cb-1331-4db2-b917-68f504fd336c" providerId="ADAL" clId="{E4DEA8FA-C312-40D8-ABD2-50162F8D0B81}" dt="2023-11-02T18:03:48.500" v="5504"/>
        <pc:sldMkLst>
          <pc:docMk/>
          <pc:sldMk cId="68704094" sldId="363"/>
        </pc:sldMkLst>
        <pc:spChg chg="mod">
          <ac:chgData name="Ala'a Al-Shaikh" userId="c7ee08cb-1331-4db2-b917-68f504fd336c" providerId="ADAL" clId="{E4DEA8FA-C312-40D8-ABD2-50162F8D0B81}" dt="2023-11-02T17:43:44.704" v="4721" actId="113"/>
          <ac:spMkLst>
            <pc:docMk/>
            <pc:sldMk cId="68704094" sldId="363"/>
            <ac:spMk id="2" creationId="{19FCE2DF-EBC3-25D7-A78F-6BBD81256D7A}"/>
          </ac:spMkLst>
        </pc:spChg>
        <pc:spChg chg="mod">
          <ac:chgData name="Ala'a Al-Shaikh" userId="c7ee08cb-1331-4db2-b917-68f504fd336c" providerId="ADAL" clId="{E4DEA8FA-C312-40D8-ABD2-50162F8D0B81}" dt="2023-11-02T17:45:44.797" v="4891" actId="20577"/>
          <ac:spMkLst>
            <pc:docMk/>
            <pc:sldMk cId="68704094" sldId="363"/>
            <ac:spMk id="3" creationId="{CE033CDC-B001-81C7-EC65-CED98BF31914}"/>
          </ac:spMkLst>
        </pc:spChg>
      </pc:sldChg>
      <pc:sldChg chg="addSp modSp new mod modClrScheme chgLayout">
        <pc:chgData name="Ala'a Al-Shaikh" userId="c7ee08cb-1331-4db2-b917-68f504fd336c" providerId="ADAL" clId="{E4DEA8FA-C312-40D8-ABD2-50162F8D0B81}" dt="2023-11-02T19:06:58.260" v="8204" actId="2711"/>
        <pc:sldMkLst>
          <pc:docMk/>
          <pc:sldMk cId="3496511820" sldId="364"/>
        </pc:sldMkLst>
        <pc:spChg chg="mod ord">
          <ac:chgData name="Ala'a Al-Shaikh" userId="c7ee08cb-1331-4db2-b917-68f504fd336c" providerId="ADAL" clId="{E4DEA8FA-C312-40D8-ABD2-50162F8D0B81}" dt="2023-11-02T19:04:27.368" v="8032" actId="26606"/>
          <ac:spMkLst>
            <pc:docMk/>
            <pc:sldMk cId="3496511820" sldId="364"/>
            <ac:spMk id="2" creationId="{DD3E3C5F-4586-F783-16FF-8A82CAAACD06}"/>
          </ac:spMkLst>
        </pc:spChg>
        <pc:spChg chg="mod">
          <ac:chgData name="Ala'a Al-Shaikh" userId="c7ee08cb-1331-4db2-b917-68f504fd336c" providerId="ADAL" clId="{E4DEA8FA-C312-40D8-ABD2-50162F8D0B81}" dt="2023-11-02T19:06:58.260" v="8204" actId="2711"/>
          <ac:spMkLst>
            <pc:docMk/>
            <pc:sldMk cId="3496511820" sldId="364"/>
            <ac:spMk id="3" creationId="{69B779D2-3D16-B0D8-2877-D94DD4EBBB4B}"/>
          </ac:spMkLst>
        </pc:spChg>
        <pc:spChg chg="mod">
          <ac:chgData name="Ala'a Al-Shaikh" userId="c7ee08cb-1331-4db2-b917-68f504fd336c" providerId="ADAL" clId="{E4DEA8FA-C312-40D8-ABD2-50162F8D0B81}" dt="2023-11-02T19:04:27.368" v="8032" actId="26606"/>
          <ac:spMkLst>
            <pc:docMk/>
            <pc:sldMk cId="3496511820" sldId="364"/>
            <ac:spMk id="4" creationId="{B75196C2-99C5-8503-4D19-76AA1AD81F89}"/>
          </ac:spMkLst>
        </pc:spChg>
        <pc:spChg chg="mod">
          <ac:chgData name="Ala'a Al-Shaikh" userId="c7ee08cb-1331-4db2-b917-68f504fd336c" providerId="ADAL" clId="{E4DEA8FA-C312-40D8-ABD2-50162F8D0B81}" dt="2023-11-02T19:04:27.368" v="8032" actId="26606"/>
          <ac:spMkLst>
            <pc:docMk/>
            <pc:sldMk cId="3496511820" sldId="364"/>
            <ac:spMk id="5" creationId="{FB3745FE-20A9-E773-53E3-846BEE775E5A}"/>
          </ac:spMkLst>
        </pc:spChg>
        <pc:picChg chg="add mod ord">
          <ac:chgData name="Ala'a Al-Shaikh" userId="c7ee08cb-1331-4db2-b917-68f504fd336c" providerId="ADAL" clId="{E4DEA8FA-C312-40D8-ABD2-50162F8D0B81}" dt="2023-11-02T19:05:14.322" v="8042" actId="1036"/>
          <ac:picMkLst>
            <pc:docMk/>
            <pc:sldMk cId="3496511820" sldId="364"/>
            <ac:picMk id="7" creationId="{1FB7615B-2031-3823-ECB6-4C64C036B389}"/>
          </ac:picMkLst>
        </pc:picChg>
      </pc:sldChg>
      <pc:sldChg chg="modSp new mod">
        <pc:chgData name="Ala'a Al-Shaikh" userId="c7ee08cb-1331-4db2-b917-68f504fd336c" providerId="ADAL" clId="{E4DEA8FA-C312-40D8-ABD2-50162F8D0B81}" dt="2023-11-02T18:09:16.170" v="5914" actId="113"/>
        <pc:sldMkLst>
          <pc:docMk/>
          <pc:sldMk cId="3761946222" sldId="365"/>
        </pc:sldMkLst>
        <pc:spChg chg="mod">
          <ac:chgData name="Ala'a Al-Shaikh" userId="c7ee08cb-1331-4db2-b917-68f504fd336c" providerId="ADAL" clId="{E4DEA8FA-C312-40D8-ABD2-50162F8D0B81}" dt="2023-11-02T18:04:10.765" v="5528" actId="2711"/>
          <ac:spMkLst>
            <pc:docMk/>
            <pc:sldMk cId="3761946222" sldId="365"/>
            <ac:spMk id="2" creationId="{E6082E3A-DACC-5512-D86B-5376132149AC}"/>
          </ac:spMkLst>
        </pc:spChg>
        <pc:spChg chg="mod">
          <ac:chgData name="Ala'a Al-Shaikh" userId="c7ee08cb-1331-4db2-b917-68f504fd336c" providerId="ADAL" clId="{E4DEA8FA-C312-40D8-ABD2-50162F8D0B81}" dt="2023-11-02T18:09:16.170" v="5914" actId="113"/>
          <ac:spMkLst>
            <pc:docMk/>
            <pc:sldMk cId="3761946222" sldId="365"/>
            <ac:spMk id="3" creationId="{E6457E75-8F89-F476-DDAC-C9A11B28A35E}"/>
          </ac:spMkLst>
        </pc:spChg>
      </pc:sldChg>
      <pc:sldChg chg="modSp new mod">
        <pc:chgData name="Ala'a Al-Shaikh" userId="c7ee08cb-1331-4db2-b917-68f504fd336c" providerId="ADAL" clId="{E4DEA8FA-C312-40D8-ABD2-50162F8D0B81}" dt="2023-11-02T18:17:34.595" v="6574" actId="20577"/>
        <pc:sldMkLst>
          <pc:docMk/>
          <pc:sldMk cId="3218947163" sldId="366"/>
        </pc:sldMkLst>
        <pc:spChg chg="mod">
          <ac:chgData name="Ala'a Al-Shaikh" userId="c7ee08cb-1331-4db2-b917-68f504fd336c" providerId="ADAL" clId="{E4DEA8FA-C312-40D8-ABD2-50162F8D0B81}" dt="2023-11-02T18:09:27.950" v="5937" actId="20577"/>
          <ac:spMkLst>
            <pc:docMk/>
            <pc:sldMk cId="3218947163" sldId="366"/>
            <ac:spMk id="2" creationId="{DB981989-D058-8A06-C022-483C7CE953C0}"/>
          </ac:spMkLst>
        </pc:spChg>
        <pc:spChg chg="mod">
          <ac:chgData name="Ala'a Al-Shaikh" userId="c7ee08cb-1331-4db2-b917-68f504fd336c" providerId="ADAL" clId="{E4DEA8FA-C312-40D8-ABD2-50162F8D0B81}" dt="2023-11-02T18:17:34.595" v="6574" actId="20577"/>
          <ac:spMkLst>
            <pc:docMk/>
            <pc:sldMk cId="3218947163" sldId="366"/>
            <ac:spMk id="3" creationId="{DE6AD14F-C107-0396-685A-44ED6B43C8A3}"/>
          </ac:spMkLst>
        </pc:spChg>
      </pc:sldChg>
      <pc:sldChg chg="addSp delSp modSp new mod">
        <pc:chgData name="Ala'a Al-Shaikh" userId="c7ee08cb-1331-4db2-b917-68f504fd336c" providerId="ADAL" clId="{E4DEA8FA-C312-40D8-ABD2-50162F8D0B81}" dt="2023-11-02T18:59:41.564" v="7940" actId="113"/>
        <pc:sldMkLst>
          <pc:docMk/>
          <pc:sldMk cId="3530220799" sldId="367"/>
        </pc:sldMkLst>
        <pc:spChg chg="mod">
          <ac:chgData name="Ala'a Al-Shaikh" userId="c7ee08cb-1331-4db2-b917-68f504fd336c" providerId="ADAL" clId="{E4DEA8FA-C312-40D8-ABD2-50162F8D0B81}" dt="2023-11-02T18:59:41.564" v="7940" actId="113"/>
          <ac:spMkLst>
            <pc:docMk/>
            <pc:sldMk cId="3530220799" sldId="367"/>
            <ac:spMk id="2" creationId="{EF949B38-BC2E-A506-8C4E-8545C0DCFC4B}"/>
          </ac:spMkLst>
        </pc:spChg>
        <pc:spChg chg="del mod">
          <ac:chgData name="Ala'a Al-Shaikh" userId="c7ee08cb-1331-4db2-b917-68f504fd336c" providerId="ADAL" clId="{E4DEA8FA-C312-40D8-ABD2-50162F8D0B81}" dt="2023-11-02T18:39:39.874" v="7324" actId="22"/>
          <ac:spMkLst>
            <pc:docMk/>
            <pc:sldMk cId="3530220799" sldId="367"/>
            <ac:spMk id="3" creationId="{031E9A11-9E6F-B257-EADC-03CD8A7CE1AB}"/>
          </ac:spMkLst>
        </pc:spChg>
        <pc:spChg chg="add mod">
          <ac:chgData name="Ala'a Al-Shaikh" userId="c7ee08cb-1331-4db2-b917-68f504fd336c" providerId="ADAL" clId="{E4DEA8FA-C312-40D8-ABD2-50162F8D0B81}" dt="2023-11-02T18:52:26.363" v="7676" actId="14100"/>
          <ac:spMkLst>
            <pc:docMk/>
            <pc:sldMk cId="3530220799" sldId="367"/>
            <ac:spMk id="8" creationId="{5DD6F005-F5BB-0960-2299-10F0E8D9F738}"/>
          </ac:spMkLst>
        </pc:spChg>
        <pc:spChg chg="add mod">
          <ac:chgData name="Ala'a Al-Shaikh" userId="c7ee08cb-1331-4db2-b917-68f504fd336c" providerId="ADAL" clId="{E4DEA8FA-C312-40D8-ABD2-50162F8D0B81}" dt="2023-11-02T18:56:14.129" v="7816" actId="20577"/>
          <ac:spMkLst>
            <pc:docMk/>
            <pc:sldMk cId="3530220799" sldId="367"/>
            <ac:spMk id="21" creationId="{D4E49FEB-3F87-674C-8558-86A34B605CB2}"/>
          </ac:spMkLst>
        </pc:spChg>
        <pc:spChg chg="add mod">
          <ac:chgData name="Ala'a Al-Shaikh" userId="c7ee08cb-1331-4db2-b917-68f504fd336c" providerId="ADAL" clId="{E4DEA8FA-C312-40D8-ABD2-50162F8D0B81}" dt="2023-11-02T18:49:53.985" v="7601" actId="14100"/>
          <ac:spMkLst>
            <pc:docMk/>
            <pc:sldMk cId="3530220799" sldId="367"/>
            <ac:spMk id="22" creationId="{6E6E94A3-7FFF-056D-579A-16DFB4CD50AD}"/>
          </ac:spMkLst>
        </pc:spChg>
        <pc:spChg chg="add mod">
          <ac:chgData name="Ala'a Al-Shaikh" userId="c7ee08cb-1331-4db2-b917-68f504fd336c" providerId="ADAL" clId="{E4DEA8FA-C312-40D8-ABD2-50162F8D0B81}" dt="2023-11-02T18:51:58.200" v="7671" actId="207"/>
          <ac:spMkLst>
            <pc:docMk/>
            <pc:sldMk cId="3530220799" sldId="367"/>
            <ac:spMk id="23" creationId="{B15362E1-CB69-93BF-BFEC-BFC41DF8F4D8}"/>
          </ac:spMkLst>
        </pc:spChg>
        <pc:spChg chg="add mod">
          <ac:chgData name="Ala'a Al-Shaikh" userId="c7ee08cb-1331-4db2-b917-68f504fd336c" providerId="ADAL" clId="{E4DEA8FA-C312-40D8-ABD2-50162F8D0B81}" dt="2023-11-02T18:53:43.789" v="7693" actId="207"/>
          <ac:spMkLst>
            <pc:docMk/>
            <pc:sldMk cId="3530220799" sldId="367"/>
            <ac:spMk id="28" creationId="{F24EAC20-725C-E609-D66F-4BCAD1CE7E0C}"/>
          </ac:spMkLst>
        </pc:spChg>
        <pc:spChg chg="add mod">
          <ac:chgData name="Ala'a Al-Shaikh" userId="c7ee08cb-1331-4db2-b917-68f504fd336c" providerId="ADAL" clId="{E4DEA8FA-C312-40D8-ABD2-50162F8D0B81}" dt="2023-11-02T18:55:33.223" v="7771" actId="13822"/>
          <ac:spMkLst>
            <pc:docMk/>
            <pc:sldMk cId="3530220799" sldId="367"/>
            <ac:spMk id="29" creationId="{C4A19979-7CB8-868A-2F6E-DAD6C131F3F6}"/>
          </ac:spMkLst>
        </pc:spChg>
        <pc:spChg chg="add mod">
          <ac:chgData name="Ala'a Al-Shaikh" userId="c7ee08cb-1331-4db2-b917-68f504fd336c" providerId="ADAL" clId="{E4DEA8FA-C312-40D8-ABD2-50162F8D0B81}" dt="2023-11-02T18:58:33.552" v="7840" actId="113"/>
          <ac:spMkLst>
            <pc:docMk/>
            <pc:sldMk cId="3530220799" sldId="367"/>
            <ac:spMk id="30" creationId="{75911FA4-A3FC-F7B5-1DB4-626B70841A0D}"/>
          </ac:spMkLst>
        </pc:spChg>
        <pc:spChg chg="add mod">
          <ac:chgData name="Ala'a Al-Shaikh" userId="c7ee08cb-1331-4db2-b917-68f504fd336c" providerId="ADAL" clId="{E4DEA8FA-C312-40D8-ABD2-50162F8D0B81}" dt="2023-11-02T18:58:39.011" v="7841" actId="108"/>
          <ac:spMkLst>
            <pc:docMk/>
            <pc:sldMk cId="3530220799" sldId="367"/>
            <ac:spMk id="31" creationId="{97B7BDF7-49E7-5461-243C-0FF40A14014D}"/>
          </ac:spMkLst>
        </pc:spChg>
        <pc:spChg chg="add mod">
          <ac:chgData name="Ala'a Al-Shaikh" userId="c7ee08cb-1331-4db2-b917-68f504fd336c" providerId="ADAL" clId="{E4DEA8FA-C312-40D8-ABD2-50162F8D0B81}" dt="2023-11-02T18:58:48.198" v="7845" actId="108"/>
          <ac:spMkLst>
            <pc:docMk/>
            <pc:sldMk cId="3530220799" sldId="367"/>
            <ac:spMk id="32" creationId="{C50713FE-BD43-91D1-6483-C0316ACBC9F7}"/>
          </ac:spMkLst>
        </pc:spChg>
        <pc:spChg chg="add mod">
          <ac:chgData name="Ala'a Al-Shaikh" userId="c7ee08cb-1331-4db2-b917-68f504fd336c" providerId="ADAL" clId="{E4DEA8FA-C312-40D8-ABD2-50162F8D0B81}" dt="2023-11-02T18:58:43.449" v="7843" actId="108"/>
          <ac:spMkLst>
            <pc:docMk/>
            <pc:sldMk cId="3530220799" sldId="367"/>
            <ac:spMk id="33" creationId="{62851947-190D-E49A-C83E-772E3D47C1E7}"/>
          </ac:spMkLst>
        </pc:spChg>
        <pc:spChg chg="add mod">
          <ac:chgData name="Ala'a Al-Shaikh" userId="c7ee08cb-1331-4db2-b917-68f504fd336c" providerId="ADAL" clId="{E4DEA8FA-C312-40D8-ABD2-50162F8D0B81}" dt="2023-11-02T18:58:45.636" v="7844" actId="108"/>
          <ac:spMkLst>
            <pc:docMk/>
            <pc:sldMk cId="3530220799" sldId="367"/>
            <ac:spMk id="34" creationId="{16825E50-6351-34FE-682D-DC22A2A0FAD6}"/>
          </ac:spMkLst>
        </pc:spChg>
        <pc:spChg chg="add mod">
          <ac:chgData name="Ala'a Al-Shaikh" userId="c7ee08cb-1331-4db2-b917-68f504fd336c" providerId="ADAL" clId="{E4DEA8FA-C312-40D8-ABD2-50162F8D0B81}" dt="2023-11-02T18:58:41.511" v="7842" actId="108"/>
          <ac:spMkLst>
            <pc:docMk/>
            <pc:sldMk cId="3530220799" sldId="367"/>
            <ac:spMk id="35" creationId="{6835F5AB-F81C-2FA7-6E66-F70D5A0197A8}"/>
          </ac:spMkLst>
        </pc:spChg>
        <pc:grpChg chg="add mod">
          <ac:chgData name="Ala'a Al-Shaikh" userId="c7ee08cb-1331-4db2-b917-68f504fd336c" providerId="ADAL" clId="{E4DEA8FA-C312-40D8-ABD2-50162F8D0B81}" dt="2023-11-02T18:48:29.026" v="7555" actId="14100"/>
          <ac:grpSpMkLst>
            <pc:docMk/>
            <pc:sldMk cId="3530220799" sldId="367"/>
            <ac:grpSpMk id="20" creationId="{44B75075-EF0D-0045-B2CE-A1E87FD56B43}"/>
          </ac:grpSpMkLst>
        </pc:grpChg>
        <pc:grpChg chg="add mod">
          <ac:chgData name="Ala'a Al-Shaikh" userId="c7ee08cb-1331-4db2-b917-68f504fd336c" providerId="ADAL" clId="{E4DEA8FA-C312-40D8-ABD2-50162F8D0B81}" dt="2023-11-02T18:53:06.245" v="7684" actId="14100"/>
          <ac:grpSpMkLst>
            <pc:docMk/>
            <pc:sldMk cId="3530220799" sldId="367"/>
            <ac:grpSpMk id="24" creationId="{FC8273BA-8878-2811-BD83-989E2BF7EFD8}"/>
          </ac:grpSpMkLst>
        </pc:grpChg>
        <pc:picChg chg="add mod ord">
          <ac:chgData name="Ala'a Al-Shaikh" userId="c7ee08cb-1331-4db2-b917-68f504fd336c" providerId="ADAL" clId="{E4DEA8FA-C312-40D8-ABD2-50162F8D0B81}" dt="2023-11-02T18:47:21.088" v="7546" actId="14100"/>
          <ac:picMkLst>
            <pc:docMk/>
            <pc:sldMk cId="3530220799" sldId="367"/>
            <ac:picMk id="7" creationId="{2F7FD855-3370-2C98-7E4B-7C400B6C9634}"/>
          </ac:picMkLst>
        </pc:picChg>
        <pc:cxnChg chg="add del mod">
          <ac:chgData name="Ala'a Al-Shaikh" userId="c7ee08cb-1331-4db2-b917-68f504fd336c" providerId="ADAL" clId="{E4DEA8FA-C312-40D8-ABD2-50162F8D0B81}" dt="2023-11-02T18:41:53.743" v="7438" actId="478"/>
          <ac:cxnSpMkLst>
            <pc:docMk/>
            <pc:sldMk cId="3530220799" sldId="367"/>
            <ac:cxnSpMk id="10" creationId="{1F201893-FD13-8B2D-C0CE-46910B5A788B}"/>
          </ac:cxnSpMkLst>
        </pc:cxnChg>
        <pc:cxnChg chg="add mod">
          <ac:chgData name="Ala'a Al-Shaikh" userId="c7ee08cb-1331-4db2-b917-68f504fd336c" providerId="ADAL" clId="{E4DEA8FA-C312-40D8-ABD2-50162F8D0B81}" dt="2023-11-02T18:44:54.771" v="7492" actId="164"/>
          <ac:cxnSpMkLst>
            <pc:docMk/>
            <pc:sldMk cId="3530220799" sldId="367"/>
            <ac:cxnSpMk id="16" creationId="{B7369637-C041-6847-CF65-5ACE00DD90E5}"/>
          </ac:cxnSpMkLst>
        </pc:cxnChg>
        <pc:cxnChg chg="add mod">
          <ac:chgData name="Ala'a Al-Shaikh" userId="c7ee08cb-1331-4db2-b917-68f504fd336c" providerId="ADAL" clId="{E4DEA8FA-C312-40D8-ABD2-50162F8D0B81}" dt="2023-11-02T18:44:54.771" v="7492" actId="164"/>
          <ac:cxnSpMkLst>
            <pc:docMk/>
            <pc:sldMk cId="3530220799" sldId="367"/>
            <ac:cxnSpMk id="18" creationId="{EB7067BA-0AE7-08F4-5034-B48D0A024BCA}"/>
          </ac:cxnSpMkLst>
        </pc:cxnChg>
        <pc:cxnChg chg="add mod">
          <ac:chgData name="Ala'a Al-Shaikh" userId="c7ee08cb-1331-4db2-b917-68f504fd336c" providerId="ADAL" clId="{E4DEA8FA-C312-40D8-ABD2-50162F8D0B81}" dt="2023-11-02T18:44:54.771" v="7492" actId="164"/>
          <ac:cxnSpMkLst>
            <pc:docMk/>
            <pc:sldMk cId="3530220799" sldId="367"/>
            <ac:cxnSpMk id="19" creationId="{FC8EF819-1B57-F79F-7715-756879236553}"/>
          </ac:cxnSpMkLst>
        </pc:cxnChg>
        <pc:cxnChg chg="mod">
          <ac:chgData name="Ala'a Al-Shaikh" userId="c7ee08cb-1331-4db2-b917-68f504fd336c" providerId="ADAL" clId="{E4DEA8FA-C312-40D8-ABD2-50162F8D0B81}" dt="2023-11-02T18:52:37.909" v="7677"/>
          <ac:cxnSpMkLst>
            <pc:docMk/>
            <pc:sldMk cId="3530220799" sldId="367"/>
            <ac:cxnSpMk id="25" creationId="{5C8A920E-B385-0808-92CA-4A232BE74D61}"/>
          </ac:cxnSpMkLst>
        </pc:cxnChg>
        <pc:cxnChg chg="mod">
          <ac:chgData name="Ala'a Al-Shaikh" userId="c7ee08cb-1331-4db2-b917-68f504fd336c" providerId="ADAL" clId="{E4DEA8FA-C312-40D8-ABD2-50162F8D0B81}" dt="2023-11-02T18:52:37.909" v="7677"/>
          <ac:cxnSpMkLst>
            <pc:docMk/>
            <pc:sldMk cId="3530220799" sldId="367"/>
            <ac:cxnSpMk id="26" creationId="{6E0DF2A7-E7AF-E3A9-F7D6-4EE73E574840}"/>
          </ac:cxnSpMkLst>
        </pc:cxnChg>
        <pc:cxnChg chg="mod">
          <ac:chgData name="Ala'a Al-Shaikh" userId="c7ee08cb-1331-4db2-b917-68f504fd336c" providerId="ADAL" clId="{E4DEA8FA-C312-40D8-ABD2-50162F8D0B81}" dt="2023-11-02T18:52:37.909" v="7677"/>
          <ac:cxnSpMkLst>
            <pc:docMk/>
            <pc:sldMk cId="3530220799" sldId="367"/>
            <ac:cxnSpMk id="27" creationId="{D7048B3E-B3E9-D635-97ED-2FBD04B520C1}"/>
          </ac:cxnSpMkLst>
        </pc:cxnChg>
      </pc:sldChg>
      <pc:sldChg chg="modSp new mod">
        <pc:chgData name="Ala'a Al-Shaikh" userId="c7ee08cb-1331-4db2-b917-68f504fd336c" providerId="ADAL" clId="{E4DEA8FA-C312-40D8-ABD2-50162F8D0B81}" dt="2023-11-02T18:36:01.032" v="7323" actId="14100"/>
        <pc:sldMkLst>
          <pc:docMk/>
          <pc:sldMk cId="3152209071" sldId="368"/>
        </pc:sldMkLst>
        <pc:spChg chg="mod">
          <ac:chgData name="Ala'a Al-Shaikh" userId="c7ee08cb-1331-4db2-b917-68f504fd336c" providerId="ADAL" clId="{E4DEA8FA-C312-40D8-ABD2-50162F8D0B81}" dt="2023-11-02T18:31:32.098" v="6594" actId="113"/>
          <ac:spMkLst>
            <pc:docMk/>
            <pc:sldMk cId="3152209071" sldId="368"/>
            <ac:spMk id="2" creationId="{77614978-F8BE-3FED-4786-3CCC2EF88B8F}"/>
          </ac:spMkLst>
        </pc:spChg>
        <pc:spChg chg="mod">
          <ac:chgData name="Ala'a Al-Shaikh" userId="c7ee08cb-1331-4db2-b917-68f504fd336c" providerId="ADAL" clId="{E4DEA8FA-C312-40D8-ABD2-50162F8D0B81}" dt="2023-11-02T18:36:01.032" v="7323" actId="14100"/>
          <ac:spMkLst>
            <pc:docMk/>
            <pc:sldMk cId="3152209071" sldId="368"/>
            <ac:spMk id="3" creationId="{B9E9BC9D-3C58-EEC8-2B0C-BA61BD0EB93B}"/>
          </ac:spMkLst>
        </pc:spChg>
      </pc:sldChg>
      <pc:sldChg chg="addSp delSp modSp new mod modClrScheme chgLayout">
        <pc:chgData name="Ala'a Al-Shaikh" userId="c7ee08cb-1331-4db2-b917-68f504fd336c" providerId="ADAL" clId="{E4DEA8FA-C312-40D8-ABD2-50162F8D0B81}" dt="2023-11-02T19:15:50.970" v="8677" actId="20577"/>
        <pc:sldMkLst>
          <pc:docMk/>
          <pc:sldMk cId="2202815912" sldId="369"/>
        </pc:sldMkLst>
        <pc:spChg chg="del mod ord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2" creationId="{89AE34A7-8708-B971-368D-06372ADBAF1B}"/>
          </ac:spMkLst>
        </pc:spChg>
        <pc:spChg chg="del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3" creationId="{9E99F935-CDAE-C8C3-D545-E54395C10F6F}"/>
          </ac:spMkLst>
        </pc:spChg>
        <pc:spChg chg="mod ord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4" creationId="{2918BA7F-F04F-31D0-0AAE-EF5A6A975D1F}"/>
          </ac:spMkLst>
        </pc:spChg>
        <pc:spChg chg="mod ord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5" creationId="{08C5DB69-4EC1-965F-71C8-83643CDAD5F2}"/>
          </ac:spMkLst>
        </pc:spChg>
        <pc:spChg chg="del mod ord">
          <ac:chgData name="Ala'a Al-Shaikh" userId="c7ee08cb-1331-4db2-b917-68f504fd336c" providerId="ADAL" clId="{E4DEA8FA-C312-40D8-ABD2-50162F8D0B81}" dt="2023-11-02T19:09:36.570" v="8206" actId="700"/>
          <ac:spMkLst>
            <pc:docMk/>
            <pc:sldMk cId="2202815912" sldId="369"/>
            <ac:spMk id="6" creationId="{767ADCE2-2E39-471A-C108-11ACE1CEC57F}"/>
          </ac:spMkLst>
        </pc:spChg>
        <pc:spChg chg="add mod ord">
          <ac:chgData name="Ala'a Al-Shaikh" userId="c7ee08cb-1331-4db2-b917-68f504fd336c" providerId="ADAL" clId="{E4DEA8FA-C312-40D8-ABD2-50162F8D0B81}" dt="2023-11-02T19:14:54.141" v="8560"/>
          <ac:spMkLst>
            <pc:docMk/>
            <pc:sldMk cId="2202815912" sldId="369"/>
            <ac:spMk id="7" creationId="{4F6C1F98-936E-86D1-9C95-39F29DCAD35E}"/>
          </ac:spMkLst>
        </pc:spChg>
        <pc:spChg chg="add mod ord">
          <ac:chgData name="Ala'a Al-Shaikh" userId="c7ee08cb-1331-4db2-b917-68f504fd336c" providerId="ADAL" clId="{E4DEA8FA-C312-40D8-ABD2-50162F8D0B81}" dt="2023-11-02T19:15:50.970" v="8677" actId="20577"/>
          <ac:spMkLst>
            <pc:docMk/>
            <pc:sldMk cId="2202815912" sldId="369"/>
            <ac:spMk id="8" creationId="{0CF71B14-3405-36EA-7DCD-76F3B15EFF21}"/>
          </ac:spMkLst>
        </pc:spChg>
      </pc:sldChg>
      <pc:sldChg chg="del">
        <pc:chgData name="Ala'a Al-Shaikh" userId="c7ee08cb-1331-4db2-b917-68f504fd336c" providerId="ADAL" clId="{E4DEA8FA-C312-40D8-ABD2-50162F8D0B81}" dt="2023-11-02T15:40:37.877" v="2" actId="47"/>
        <pc:sldMkLst>
          <pc:docMk/>
          <pc:sldMk cId="2132804999" sldId="370"/>
        </pc:sldMkLst>
      </pc:sldChg>
      <pc:sldChg chg="modSp new mod">
        <pc:chgData name="Ala'a Al-Shaikh" userId="c7ee08cb-1331-4db2-b917-68f504fd336c" providerId="ADAL" clId="{E4DEA8FA-C312-40D8-ABD2-50162F8D0B81}" dt="2023-11-02T19:16:19.223" v="8681" actId="207"/>
        <pc:sldMkLst>
          <pc:docMk/>
          <pc:sldMk cId="2960477050" sldId="370"/>
        </pc:sldMkLst>
        <pc:spChg chg="mod">
          <ac:chgData name="Ala'a Al-Shaikh" userId="c7ee08cb-1331-4db2-b917-68f504fd336c" providerId="ADAL" clId="{E4DEA8FA-C312-40D8-ABD2-50162F8D0B81}" dt="2023-11-02T19:15:04.118" v="8563" actId="113"/>
          <ac:spMkLst>
            <pc:docMk/>
            <pc:sldMk cId="2960477050" sldId="370"/>
            <ac:spMk id="2" creationId="{F4D6E6FC-18F8-A820-F8D0-F2B44E7B7F33}"/>
          </ac:spMkLst>
        </pc:spChg>
        <pc:spChg chg="mod">
          <ac:chgData name="Ala'a Al-Shaikh" userId="c7ee08cb-1331-4db2-b917-68f504fd336c" providerId="ADAL" clId="{E4DEA8FA-C312-40D8-ABD2-50162F8D0B81}" dt="2023-11-02T19:16:19.223" v="8681" actId="207"/>
          <ac:spMkLst>
            <pc:docMk/>
            <pc:sldMk cId="2960477050" sldId="370"/>
            <ac:spMk id="3" creationId="{C4D619CC-78A1-18C0-5EDF-8DCBCF08D202}"/>
          </ac:spMkLst>
        </pc:spChg>
      </pc:sldChg>
      <pc:sldChg chg="del">
        <pc:chgData name="Ala'a Al-Shaikh" userId="c7ee08cb-1331-4db2-b917-68f504fd336c" providerId="ADAL" clId="{E4DEA8FA-C312-40D8-ABD2-50162F8D0B81}" dt="2023-11-02T15:40:36.456" v="0" actId="47"/>
        <pc:sldMkLst>
          <pc:docMk/>
          <pc:sldMk cId="276016756" sldId="371"/>
        </pc:sldMkLst>
      </pc:sldChg>
      <pc:sldChg chg="modSp new mod">
        <pc:chgData name="Ala'a Al-Shaikh" userId="c7ee08cb-1331-4db2-b917-68f504fd336c" providerId="ADAL" clId="{E4DEA8FA-C312-40D8-ABD2-50162F8D0B81}" dt="2023-11-02T19:31:33.993" v="9678" actId="114"/>
        <pc:sldMkLst>
          <pc:docMk/>
          <pc:sldMk cId="865615391" sldId="371"/>
        </pc:sldMkLst>
        <pc:spChg chg="mod">
          <ac:chgData name="Ala'a Al-Shaikh" userId="c7ee08cb-1331-4db2-b917-68f504fd336c" providerId="ADAL" clId="{E4DEA8FA-C312-40D8-ABD2-50162F8D0B81}" dt="2023-11-02T19:18:02.853" v="8704" actId="113"/>
          <ac:spMkLst>
            <pc:docMk/>
            <pc:sldMk cId="865615391" sldId="371"/>
            <ac:spMk id="2" creationId="{A9C1F8AA-88E1-FC28-B921-34EB5307EE94}"/>
          </ac:spMkLst>
        </pc:spChg>
        <pc:spChg chg="mod">
          <ac:chgData name="Ala'a Al-Shaikh" userId="c7ee08cb-1331-4db2-b917-68f504fd336c" providerId="ADAL" clId="{E4DEA8FA-C312-40D8-ABD2-50162F8D0B81}" dt="2023-11-02T19:31:33.993" v="9678" actId="114"/>
          <ac:spMkLst>
            <pc:docMk/>
            <pc:sldMk cId="865615391" sldId="371"/>
            <ac:spMk id="3" creationId="{5C6357B6-4088-C0FF-5F96-ACC4A27EFACB}"/>
          </ac:spMkLst>
        </pc:spChg>
      </pc:sldChg>
      <pc:sldChg chg="modSp new mod">
        <pc:chgData name="Ala'a Al-Shaikh" userId="c7ee08cb-1331-4db2-b917-68f504fd336c" providerId="ADAL" clId="{E4DEA8FA-C312-40D8-ABD2-50162F8D0B81}" dt="2023-11-02T19:25:10.114" v="9077" actId="27636"/>
        <pc:sldMkLst>
          <pc:docMk/>
          <pc:sldMk cId="706252746" sldId="372"/>
        </pc:sldMkLst>
        <pc:spChg chg="mod">
          <ac:chgData name="Ala'a Al-Shaikh" userId="c7ee08cb-1331-4db2-b917-68f504fd336c" providerId="ADAL" clId="{E4DEA8FA-C312-40D8-ABD2-50162F8D0B81}" dt="2023-11-02T19:20:52.543" v="8748" actId="6549"/>
          <ac:spMkLst>
            <pc:docMk/>
            <pc:sldMk cId="706252746" sldId="372"/>
            <ac:spMk id="2" creationId="{77B2768F-9DE2-3A8D-E40D-DFCF803648D7}"/>
          </ac:spMkLst>
        </pc:spChg>
        <pc:spChg chg="mod">
          <ac:chgData name="Ala'a Al-Shaikh" userId="c7ee08cb-1331-4db2-b917-68f504fd336c" providerId="ADAL" clId="{E4DEA8FA-C312-40D8-ABD2-50162F8D0B81}" dt="2023-11-02T19:25:10.114" v="9077" actId="27636"/>
          <ac:spMkLst>
            <pc:docMk/>
            <pc:sldMk cId="706252746" sldId="372"/>
            <ac:spMk id="3" creationId="{512D8638-BB80-99CB-A59F-48E5BAD0C0CE}"/>
          </ac:spMkLst>
        </pc:spChg>
      </pc:sldChg>
      <pc:sldChg chg="del">
        <pc:chgData name="Ala'a Al-Shaikh" userId="c7ee08cb-1331-4db2-b917-68f504fd336c" providerId="ADAL" clId="{E4DEA8FA-C312-40D8-ABD2-50162F8D0B81}" dt="2023-11-02T15:40:36.924" v="1" actId="47"/>
        <pc:sldMkLst>
          <pc:docMk/>
          <pc:sldMk cId="770477524" sldId="372"/>
        </pc:sldMkLst>
      </pc:sldChg>
      <pc:sldChg chg="del">
        <pc:chgData name="Ala'a Al-Shaikh" userId="c7ee08cb-1331-4db2-b917-68f504fd336c" providerId="ADAL" clId="{E4DEA8FA-C312-40D8-ABD2-50162F8D0B81}" dt="2023-11-02T15:40:38.143" v="6" actId="47"/>
        <pc:sldMkLst>
          <pc:docMk/>
          <pc:sldMk cId="353414452" sldId="373"/>
        </pc:sldMkLst>
      </pc:sldChg>
      <pc:sldChg chg="modSp new mod">
        <pc:chgData name="Ala'a Al-Shaikh" userId="c7ee08cb-1331-4db2-b917-68f504fd336c" providerId="ADAL" clId="{E4DEA8FA-C312-40D8-ABD2-50162F8D0B81}" dt="2023-11-02T19:37:26.195" v="10299" actId="2711"/>
        <pc:sldMkLst>
          <pc:docMk/>
          <pc:sldMk cId="4079588334" sldId="373"/>
        </pc:sldMkLst>
        <pc:spChg chg="mod">
          <ac:chgData name="Ala'a Al-Shaikh" userId="c7ee08cb-1331-4db2-b917-68f504fd336c" providerId="ADAL" clId="{E4DEA8FA-C312-40D8-ABD2-50162F8D0B81}" dt="2023-11-02T19:36:00.859" v="10059" actId="20577"/>
          <ac:spMkLst>
            <pc:docMk/>
            <pc:sldMk cId="4079588334" sldId="373"/>
            <ac:spMk id="2" creationId="{3A62A21E-6A8F-3601-1F0F-004249E038AE}"/>
          </ac:spMkLst>
        </pc:spChg>
        <pc:spChg chg="mod">
          <ac:chgData name="Ala'a Al-Shaikh" userId="c7ee08cb-1331-4db2-b917-68f504fd336c" providerId="ADAL" clId="{E4DEA8FA-C312-40D8-ABD2-50162F8D0B81}" dt="2023-11-02T19:37:26.195" v="10299" actId="2711"/>
          <ac:spMkLst>
            <pc:docMk/>
            <pc:sldMk cId="4079588334" sldId="373"/>
            <ac:spMk id="3" creationId="{90AD1DD0-C377-5E82-0C16-38CD3EB569F4}"/>
          </ac:spMkLst>
        </pc:spChg>
      </pc:sldChg>
      <pc:sldChg chg="addSp delSp modSp new mod">
        <pc:chgData name="Ala'a Al-Shaikh" userId="c7ee08cb-1331-4db2-b917-68f504fd336c" providerId="ADAL" clId="{E4DEA8FA-C312-40D8-ABD2-50162F8D0B81}" dt="2023-11-02T19:41:10.816" v="10319" actId="20577"/>
        <pc:sldMkLst>
          <pc:docMk/>
          <pc:sldMk cId="759606073" sldId="374"/>
        </pc:sldMkLst>
        <pc:spChg chg="mod">
          <ac:chgData name="Ala'a Al-Shaikh" userId="c7ee08cb-1331-4db2-b917-68f504fd336c" providerId="ADAL" clId="{E4DEA8FA-C312-40D8-ABD2-50162F8D0B81}" dt="2023-11-02T19:41:10.816" v="10319" actId="20577"/>
          <ac:spMkLst>
            <pc:docMk/>
            <pc:sldMk cId="759606073" sldId="374"/>
            <ac:spMk id="2" creationId="{4E7CF76C-9EF6-2507-4C86-36F5B7C3A943}"/>
          </ac:spMkLst>
        </pc:spChg>
        <pc:spChg chg="del">
          <ac:chgData name="Ala'a Al-Shaikh" userId="c7ee08cb-1331-4db2-b917-68f504fd336c" providerId="ADAL" clId="{E4DEA8FA-C312-40D8-ABD2-50162F8D0B81}" dt="2023-11-02T19:40:31" v="10301" actId="22"/>
          <ac:spMkLst>
            <pc:docMk/>
            <pc:sldMk cId="759606073" sldId="374"/>
            <ac:spMk id="3" creationId="{A2512653-3D8A-4535-CBDF-B8FF2C055B60}"/>
          </ac:spMkLst>
        </pc:spChg>
        <pc:picChg chg="add mod ord">
          <ac:chgData name="Ala'a Al-Shaikh" userId="c7ee08cb-1331-4db2-b917-68f504fd336c" providerId="ADAL" clId="{E4DEA8FA-C312-40D8-ABD2-50162F8D0B81}" dt="2023-11-02T19:40:53.483" v="10308" actId="1076"/>
          <ac:picMkLst>
            <pc:docMk/>
            <pc:sldMk cId="759606073" sldId="374"/>
            <ac:picMk id="7" creationId="{D28E153C-79B4-3B6F-7920-4B2E9411E83C}"/>
          </ac:picMkLst>
        </pc:picChg>
      </pc:sldChg>
      <pc:sldChg chg="del">
        <pc:chgData name="Ala'a Al-Shaikh" userId="c7ee08cb-1331-4db2-b917-68f504fd336c" providerId="ADAL" clId="{E4DEA8FA-C312-40D8-ABD2-50162F8D0B81}" dt="2023-11-02T15:40:37.924" v="3" actId="47"/>
        <pc:sldMkLst>
          <pc:docMk/>
          <pc:sldMk cId="977574767" sldId="374"/>
        </pc:sldMkLst>
      </pc:sldChg>
      <pc:sldChg chg="del">
        <pc:chgData name="Ala'a Al-Shaikh" userId="c7ee08cb-1331-4db2-b917-68f504fd336c" providerId="ADAL" clId="{E4DEA8FA-C312-40D8-ABD2-50162F8D0B81}" dt="2023-11-02T15:40:37.955" v="4" actId="47"/>
        <pc:sldMkLst>
          <pc:docMk/>
          <pc:sldMk cId="1421798313" sldId="375"/>
        </pc:sldMkLst>
      </pc:sldChg>
      <pc:sldChg chg="modSp new del mod">
        <pc:chgData name="Ala'a Al-Shaikh" userId="c7ee08cb-1331-4db2-b917-68f504fd336c" providerId="ADAL" clId="{E4DEA8FA-C312-40D8-ABD2-50162F8D0B81}" dt="2023-11-02T20:47:00.462" v="10613" actId="2696"/>
        <pc:sldMkLst>
          <pc:docMk/>
          <pc:sldMk cId="2545917707" sldId="375"/>
        </pc:sldMkLst>
        <pc:spChg chg="mod">
          <ac:chgData name="Ala'a Al-Shaikh" userId="c7ee08cb-1331-4db2-b917-68f504fd336c" providerId="ADAL" clId="{E4DEA8FA-C312-40D8-ABD2-50162F8D0B81}" dt="2023-11-02T20:42:17.845" v="10321"/>
          <ac:spMkLst>
            <pc:docMk/>
            <pc:sldMk cId="2545917707" sldId="375"/>
            <ac:spMk id="2" creationId="{7B10F201-CE59-8998-896F-C1A1AE795131}"/>
          </ac:spMkLst>
        </pc:spChg>
        <pc:spChg chg="mod">
          <ac:chgData name="Ala'a Al-Shaikh" userId="c7ee08cb-1331-4db2-b917-68f504fd336c" providerId="ADAL" clId="{E4DEA8FA-C312-40D8-ABD2-50162F8D0B81}" dt="2023-11-02T20:43:44.518" v="10611" actId="113"/>
          <ac:spMkLst>
            <pc:docMk/>
            <pc:sldMk cId="2545917707" sldId="375"/>
            <ac:spMk id="3" creationId="{C1BABA8D-DC03-F8E9-127B-2FA0976AA316}"/>
          </ac:spMkLst>
        </pc:spChg>
      </pc:sldChg>
      <pc:sldChg chg="del">
        <pc:chgData name="Ala'a Al-Shaikh" userId="c7ee08cb-1331-4db2-b917-68f504fd336c" providerId="ADAL" clId="{E4DEA8FA-C312-40D8-ABD2-50162F8D0B81}" dt="2023-11-02T15:40:37.987" v="5" actId="47"/>
        <pc:sldMkLst>
          <pc:docMk/>
          <pc:sldMk cId="316400982" sldId="376"/>
        </pc:sldMkLst>
      </pc:sldChg>
      <pc:sldChg chg="modSp new mod">
        <pc:chgData name="Ala'a Al-Shaikh" userId="c7ee08cb-1331-4db2-b917-68f504fd336c" providerId="ADAL" clId="{E4DEA8FA-C312-40D8-ABD2-50162F8D0B81}" dt="2023-11-02T20:52:46.266" v="11654" actId="27636"/>
        <pc:sldMkLst>
          <pc:docMk/>
          <pc:sldMk cId="1458514886" sldId="376"/>
        </pc:sldMkLst>
        <pc:spChg chg="mod">
          <ac:chgData name="Ala'a Al-Shaikh" userId="c7ee08cb-1331-4db2-b917-68f504fd336c" providerId="ADAL" clId="{E4DEA8FA-C312-40D8-ABD2-50162F8D0B81}" dt="2023-11-02T20:47:26.867" v="10632" actId="113"/>
          <ac:spMkLst>
            <pc:docMk/>
            <pc:sldMk cId="1458514886" sldId="376"/>
            <ac:spMk id="2" creationId="{77AAB6E8-057D-9C3C-5F48-E9E4746E479F}"/>
          </ac:spMkLst>
        </pc:spChg>
        <pc:spChg chg="mod">
          <ac:chgData name="Ala'a Al-Shaikh" userId="c7ee08cb-1331-4db2-b917-68f504fd336c" providerId="ADAL" clId="{E4DEA8FA-C312-40D8-ABD2-50162F8D0B81}" dt="2023-11-02T20:52:46.266" v="11654" actId="27636"/>
          <ac:spMkLst>
            <pc:docMk/>
            <pc:sldMk cId="1458514886" sldId="376"/>
            <ac:spMk id="3" creationId="{8D2AC723-5E43-05D9-7000-BA4FBF45E3EA}"/>
          </ac:spMkLst>
        </pc:spChg>
      </pc:sldChg>
      <pc:sldChg chg="addSp delSp modSp new mod">
        <pc:chgData name="Ala'a Al-Shaikh" userId="c7ee08cb-1331-4db2-b917-68f504fd336c" providerId="ADAL" clId="{E4DEA8FA-C312-40D8-ABD2-50162F8D0B81}" dt="2023-11-02T20:55:06.076" v="11673" actId="20577"/>
        <pc:sldMkLst>
          <pc:docMk/>
          <pc:sldMk cId="266811950" sldId="377"/>
        </pc:sldMkLst>
        <pc:spChg chg="mod">
          <ac:chgData name="Ala'a Al-Shaikh" userId="c7ee08cb-1331-4db2-b917-68f504fd336c" providerId="ADAL" clId="{E4DEA8FA-C312-40D8-ABD2-50162F8D0B81}" dt="2023-11-02T20:55:06.076" v="11673" actId="20577"/>
          <ac:spMkLst>
            <pc:docMk/>
            <pc:sldMk cId="266811950" sldId="377"/>
            <ac:spMk id="2" creationId="{218E5A2B-F944-D0D7-5029-9A1D61820FB9}"/>
          </ac:spMkLst>
        </pc:spChg>
        <pc:spChg chg="del">
          <ac:chgData name="Ala'a Al-Shaikh" userId="c7ee08cb-1331-4db2-b917-68f504fd336c" providerId="ADAL" clId="{E4DEA8FA-C312-40D8-ABD2-50162F8D0B81}" dt="2023-11-02T20:54:39.101" v="11656" actId="22"/>
          <ac:spMkLst>
            <pc:docMk/>
            <pc:sldMk cId="266811950" sldId="377"/>
            <ac:spMk id="3" creationId="{3098F8CE-F2BB-5266-3940-D6B395F52ED1}"/>
          </ac:spMkLst>
        </pc:spChg>
        <pc:picChg chg="add mod ord">
          <ac:chgData name="Ala'a Al-Shaikh" userId="c7ee08cb-1331-4db2-b917-68f504fd336c" providerId="ADAL" clId="{E4DEA8FA-C312-40D8-ABD2-50162F8D0B81}" dt="2023-11-02T20:54:54.386" v="11662" actId="1076"/>
          <ac:picMkLst>
            <pc:docMk/>
            <pc:sldMk cId="266811950" sldId="377"/>
            <ac:picMk id="7" creationId="{1AEF41FA-51FB-7DF9-E8E4-32ED141622AD}"/>
          </ac:picMkLst>
        </pc:picChg>
      </pc:sldChg>
      <pc:sldChg chg="del">
        <pc:chgData name="Ala'a Al-Shaikh" userId="c7ee08cb-1331-4db2-b917-68f504fd336c" providerId="ADAL" clId="{E4DEA8FA-C312-40D8-ABD2-50162F8D0B81}" dt="2023-11-02T15:40:38.377" v="7" actId="47"/>
        <pc:sldMkLst>
          <pc:docMk/>
          <pc:sldMk cId="1163430011" sldId="377"/>
        </pc:sldMkLst>
      </pc:sldChg>
      <pc:sldChg chg="modSp new mod">
        <pc:chgData name="Ala'a Al-Shaikh" userId="c7ee08cb-1331-4db2-b917-68f504fd336c" providerId="ADAL" clId="{E4DEA8FA-C312-40D8-ABD2-50162F8D0B81}" dt="2023-11-02T21:01:33.848" v="12183" actId="14100"/>
        <pc:sldMkLst>
          <pc:docMk/>
          <pc:sldMk cId="1938338896" sldId="378"/>
        </pc:sldMkLst>
        <pc:spChg chg="mod">
          <ac:chgData name="Ala'a Al-Shaikh" userId="c7ee08cb-1331-4db2-b917-68f504fd336c" providerId="ADAL" clId="{E4DEA8FA-C312-40D8-ABD2-50162F8D0B81}" dt="2023-11-02T20:56:27.488" v="11740" actId="6549"/>
          <ac:spMkLst>
            <pc:docMk/>
            <pc:sldMk cId="1938338896" sldId="378"/>
            <ac:spMk id="2" creationId="{2E93CB7D-72F4-74B9-2073-EC8AA814076F}"/>
          </ac:spMkLst>
        </pc:spChg>
        <pc:spChg chg="mod">
          <ac:chgData name="Ala'a Al-Shaikh" userId="c7ee08cb-1331-4db2-b917-68f504fd336c" providerId="ADAL" clId="{E4DEA8FA-C312-40D8-ABD2-50162F8D0B81}" dt="2023-11-02T21:01:33.848" v="12183" actId="14100"/>
          <ac:spMkLst>
            <pc:docMk/>
            <pc:sldMk cId="1938338896" sldId="378"/>
            <ac:spMk id="3" creationId="{94C41BB3-39F4-3177-7971-60913036E0C2}"/>
          </ac:spMkLst>
        </pc:spChg>
      </pc:sldChg>
      <pc:sldChg chg="del">
        <pc:chgData name="Ala'a Al-Shaikh" userId="c7ee08cb-1331-4db2-b917-68f504fd336c" providerId="ADAL" clId="{E4DEA8FA-C312-40D8-ABD2-50162F8D0B81}" dt="2023-11-02T15:40:38.549" v="8" actId="47"/>
        <pc:sldMkLst>
          <pc:docMk/>
          <pc:sldMk cId="2015437730" sldId="378"/>
        </pc:sldMkLst>
      </pc:sldChg>
      <pc:sldChg chg="del">
        <pc:chgData name="Ala'a Al-Shaikh" userId="c7ee08cb-1331-4db2-b917-68f504fd336c" providerId="ADAL" clId="{E4DEA8FA-C312-40D8-ABD2-50162F8D0B81}" dt="2023-11-02T15:40:38.799" v="9" actId="47"/>
        <pc:sldMkLst>
          <pc:docMk/>
          <pc:sldMk cId="2069233487" sldId="379"/>
        </pc:sldMkLst>
      </pc:sldChg>
      <pc:sldChg chg="addSp modSp new mod">
        <pc:chgData name="Ala'a Al-Shaikh" userId="c7ee08cb-1331-4db2-b917-68f504fd336c" providerId="ADAL" clId="{E4DEA8FA-C312-40D8-ABD2-50162F8D0B81}" dt="2023-11-02T21:04:21.527" v="12374" actId="20577"/>
        <pc:sldMkLst>
          <pc:docMk/>
          <pc:sldMk cId="2873837635" sldId="379"/>
        </pc:sldMkLst>
        <pc:spChg chg="mod">
          <ac:chgData name="Ala'a Al-Shaikh" userId="c7ee08cb-1331-4db2-b917-68f504fd336c" providerId="ADAL" clId="{E4DEA8FA-C312-40D8-ABD2-50162F8D0B81}" dt="2023-11-02T21:01:40.473" v="12195" actId="113"/>
          <ac:spMkLst>
            <pc:docMk/>
            <pc:sldMk cId="2873837635" sldId="379"/>
            <ac:spMk id="2" creationId="{EBA7230B-81C7-6BBA-ED16-76C2BDDC2245}"/>
          </ac:spMkLst>
        </pc:spChg>
        <pc:spChg chg="mod">
          <ac:chgData name="Ala'a Al-Shaikh" userId="c7ee08cb-1331-4db2-b917-68f504fd336c" providerId="ADAL" clId="{E4DEA8FA-C312-40D8-ABD2-50162F8D0B81}" dt="2023-11-02T21:03:21.130" v="12328" actId="14100"/>
          <ac:spMkLst>
            <pc:docMk/>
            <pc:sldMk cId="2873837635" sldId="379"/>
            <ac:spMk id="3" creationId="{F34EC0C5-89CA-CD2E-3759-5B0545E15F24}"/>
          </ac:spMkLst>
        </pc:spChg>
        <pc:graphicFrameChg chg="add mod modGraphic">
          <ac:chgData name="Ala'a Al-Shaikh" userId="c7ee08cb-1331-4db2-b917-68f504fd336c" providerId="ADAL" clId="{E4DEA8FA-C312-40D8-ABD2-50162F8D0B81}" dt="2023-11-02T21:04:21.527" v="12374" actId="20577"/>
          <ac:graphicFrameMkLst>
            <pc:docMk/>
            <pc:sldMk cId="2873837635" sldId="379"/>
            <ac:graphicFrameMk id="6" creationId="{A06CE341-EC33-3CA4-6F16-7788FB34C077}"/>
          </ac:graphicFrameMkLst>
        </pc:graphicFrameChg>
      </pc:sldChg>
      <pc:sldChg chg="modSp new mod">
        <pc:chgData name="Ala'a Al-Shaikh" userId="c7ee08cb-1331-4db2-b917-68f504fd336c" providerId="ADAL" clId="{E4DEA8FA-C312-40D8-ABD2-50162F8D0B81}" dt="2023-11-02T21:06:15.799" v="12452" actId="20577"/>
        <pc:sldMkLst>
          <pc:docMk/>
          <pc:sldMk cId="2008090245" sldId="380"/>
        </pc:sldMkLst>
        <pc:spChg chg="mod">
          <ac:chgData name="Ala'a Al-Shaikh" userId="c7ee08cb-1331-4db2-b917-68f504fd336c" providerId="ADAL" clId="{E4DEA8FA-C312-40D8-ABD2-50162F8D0B81}" dt="2023-11-02T21:04:58.014" v="12416" actId="113"/>
          <ac:spMkLst>
            <pc:docMk/>
            <pc:sldMk cId="2008090245" sldId="380"/>
            <ac:spMk id="2" creationId="{924C33B6-A624-D819-1195-41E022038AB4}"/>
          </ac:spMkLst>
        </pc:spChg>
        <pc:spChg chg="mod">
          <ac:chgData name="Ala'a Al-Shaikh" userId="c7ee08cb-1331-4db2-b917-68f504fd336c" providerId="ADAL" clId="{E4DEA8FA-C312-40D8-ABD2-50162F8D0B81}" dt="2023-11-02T21:06:15.799" v="12452" actId="20577"/>
          <ac:spMkLst>
            <pc:docMk/>
            <pc:sldMk cId="2008090245" sldId="380"/>
            <ac:spMk id="3" creationId="{D90DF4D3-FC48-0276-582E-F0FF2D4875B1}"/>
          </ac:spMkLst>
        </pc:spChg>
      </pc:sldChg>
      <pc:sldChg chg="del">
        <pc:chgData name="Ala'a Al-Shaikh" userId="c7ee08cb-1331-4db2-b917-68f504fd336c" providerId="ADAL" clId="{E4DEA8FA-C312-40D8-ABD2-50162F8D0B81}" dt="2023-11-02T15:40:38.987" v="10" actId="47"/>
        <pc:sldMkLst>
          <pc:docMk/>
          <pc:sldMk cId="2408050719" sldId="380"/>
        </pc:sldMkLst>
      </pc:sldChg>
      <pc:sldChg chg="addSp modSp new mod">
        <pc:chgData name="Ala'a Al-Shaikh" userId="c7ee08cb-1331-4db2-b917-68f504fd336c" providerId="ADAL" clId="{E4DEA8FA-C312-40D8-ABD2-50162F8D0B81}" dt="2023-11-02T21:11:16.504" v="12571" actId="14100"/>
        <pc:sldMkLst>
          <pc:docMk/>
          <pc:sldMk cId="1487270908" sldId="381"/>
        </pc:sldMkLst>
        <pc:spChg chg="mod">
          <ac:chgData name="Ala'a Al-Shaikh" userId="c7ee08cb-1331-4db2-b917-68f504fd336c" providerId="ADAL" clId="{E4DEA8FA-C312-40D8-ABD2-50162F8D0B81}" dt="2023-11-02T21:06:50.112" v="12461" actId="113"/>
          <ac:spMkLst>
            <pc:docMk/>
            <pc:sldMk cId="1487270908" sldId="381"/>
            <ac:spMk id="2" creationId="{8C57A20D-3DD3-5895-1554-C56E3FA67BDA}"/>
          </ac:spMkLst>
        </pc:spChg>
        <pc:spChg chg="mod">
          <ac:chgData name="Ala'a Al-Shaikh" userId="c7ee08cb-1331-4db2-b917-68f504fd336c" providerId="ADAL" clId="{E4DEA8FA-C312-40D8-ABD2-50162F8D0B81}" dt="2023-11-02T21:11:16.504" v="12571" actId="14100"/>
          <ac:spMkLst>
            <pc:docMk/>
            <pc:sldMk cId="1487270908" sldId="381"/>
            <ac:spMk id="3" creationId="{26DD1C75-C529-8C19-133C-6CB0BCEBD521}"/>
          </ac:spMkLst>
        </pc:spChg>
        <pc:spChg chg="add mod">
          <ac:chgData name="Ala'a Al-Shaikh" userId="c7ee08cb-1331-4db2-b917-68f504fd336c" providerId="ADAL" clId="{E4DEA8FA-C312-40D8-ABD2-50162F8D0B81}" dt="2023-11-02T21:08:35.669" v="12478" actId="15"/>
          <ac:spMkLst>
            <pc:docMk/>
            <pc:sldMk cId="1487270908" sldId="381"/>
            <ac:spMk id="6" creationId="{0B8E70DA-4D89-F328-56FC-C8C07D100CB0}"/>
          </ac:spMkLst>
        </pc:spChg>
      </pc:sldChg>
      <pc:sldChg chg="del">
        <pc:chgData name="Ala'a Al-Shaikh" userId="c7ee08cb-1331-4db2-b917-68f504fd336c" providerId="ADAL" clId="{E4DEA8FA-C312-40D8-ABD2-50162F8D0B81}" dt="2023-11-02T15:40:39.268" v="11" actId="47"/>
        <pc:sldMkLst>
          <pc:docMk/>
          <pc:sldMk cId="3436729101" sldId="381"/>
        </pc:sldMkLst>
      </pc:sldChg>
      <pc:sldChg chg="del">
        <pc:chgData name="Ala'a Al-Shaikh" userId="c7ee08cb-1331-4db2-b917-68f504fd336c" providerId="ADAL" clId="{E4DEA8FA-C312-40D8-ABD2-50162F8D0B81}" dt="2023-11-02T15:40:39.440" v="12" actId="47"/>
        <pc:sldMkLst>
          <pc:docMk/>
          <pc:sldMk cId="1924606829" sldId="382"/>
        </pc:sldMkLst>
      </pc:sldChg>
      <pc:sldChg chg="del">
        <pc:chgData name="Ala'a Al-Shaikh" userId="c7ee08cb-1331-4db2-b917-68f504fd336c" providerId="ADAL" clId="{E4DEA8FA-C312-40D8-ABD2-50162F8D0B81}" dt="2023-11-02T15:40:39.721" v="13" actId="47"/>
        <pc:sldMkLst>
          <pc:docMk/>
          <pc:sldMk cId="864717621" sldId="383"/>
        </pc:sldMkLst>
      </pc:sldChg>
      <pc:sldChg chg="del">
        <pc:chgData name="Ala'a Al-Shaikh" userId="c7ee08cb-1331-4db2-b917-68f504fd336c" providerId="ADAL" clId="{E4DEA8FA-C312-40D8-ABD2-50162F8D0B81}" dt="2023-11-02T15:40:39.815" v="14" actId="47"/>
        <pc:sldMkLst>
          <pc:docMk/>
          <pc:sldMk cId="393540589" sldId="384"/>
        </pc:sldMkLst>
      </pc:sldChg>
      <pc:sldChg chg="del">
        <pc:chgData name="Ala'a Al-Shaikh" userId="c7ee08cb-1331-4db2-b917-68f504fd336c" providerId="ADAL" clId="{E4DEA8FA-C312-40D8-ABD2-50162F8D0B81}" dt="2023-11-02T15:40:40.080" v="15" actId="47"/>
        <pc:sldMkLst>
          <pc:docMk/>
          <pc:sldMk cId="384698129" sldId="3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24CAB3C3-2BCE-4207-AA4A-342A69D94A62}" type="datetimeFigureOut">
              <a:rPr lang="en-US" smtClean="0"/>
              <a:t>11-Mar-24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922392F1-6902-45CB-AA19-E1489FD1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0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C8303-D7AF-4B58-B435-7240992D907C}" type="slidenum">
              <a:rPr lang="ar-JO" smtClean="0"/>
              <a:pPr/>
              <a:t>1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718029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C8303-D7AF-4B58-B435-7240992D907C}" type="slidenum">
              <a:rPr lang="ar-JO" smtClean="0"/>
              <a:pPr/>
              <a:t>2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340784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J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C8303-D7AF-4B58-B435-7240992D907C}" type="slidenum">
              <a:rPr lang="ar-JO" smtClean="0"/>
              <a:pPr/>
              <a:t>3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832833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9F8B3400-FD75-2156-B78C-E310EAE378A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ln/>
        </p:spPr>
        <p:txBody>
          <a:bodyPr/>
          <a:lstStyle/>
          <a:p>
            <a:pPr marL="0" marR="0" lvl="0" indent="0" algn="ct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	</a:t>
            </a:r>
          </a:p>
          <a:p>
            <a:pPr marL="0" marR="0" lvl="0" indent="0" algn="ct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Fast Track to Java</a:t>
            </a:r>
          </a:p>
          <a:p>
            <a:pPr marL="0" marR="0" lvl="0" indent="0" algn="ct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Module 2:  Object-Oriented Programming </a:t>
            </a:r>
          </a:p>
        </p:txBody>
      </p:sp>
      <p:sp>
        <p:nvSpPr>
          <p:cNvPr id="440322" name="Rectangle 2">
            <a:extLst>
              <a:ext uri="{FF2B5EF4-FFF2-40B4-BE49-F238E27FC236}">
                <a16:creationId xmlns:a16="http://schemas.microsoft.com/office/drawing/2014/main" id="{D0B556C6-6580-B55C-3D47-A0FA786026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23" name="Rectangle 3">
            <a:extLst>
              <a:ext uri="{FF2B5EF4-FFF2-40B4-BE49-F238E27FC236}">
                <a16:creationId xmlns:a16="http://schemas.microsoft.com/office/drawing/2014/main" id="{E0C67F79-28AD-D93D-368D-C54B27AE5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125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8909C1BF-3030-CD98-48B6-976B679796C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ln/>
        </p:spPr>
        <p:txBody>
          <a:bodyPr/>
          <a:lstStyle/>
          <a:p>
            <a:pPr marL="0" marR="0" lvl="0" indent="0" algn="ct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	</a:t>
            </a:r>
          </a:p>
          <a:p>
            <a:pPr marL="0" marR="0" lvl="0" indent="0" algn="ct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Fast Track to Java</a:t>
            </a:r>
          </a:p>
          <a:p>
            <a:pPr marL="0" marR="0" lvl="0" indent="0" algn="ct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Module 2:  Object-Oriented Programming </a:t>
            </a:r>
          </a:p>
        </p:txBody>
      </p:sp>
      <p:sp>
        <p:nvSpPr>
          <p:cNvPr id="435202" name="Rectangle 2">
            <a:extLst>
              <a:ext uri="{FF2B5EF4-FFF2-40B4-BE49-F238E27FC236}">
                <a16:creationId xmlns:a16="http://schemas.microsoft.com/office/drawing/2014/main" id="{E1223055-189A-D67D-BD32-8330F8193B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00063" y="762000"/>
            <a:ext cx="6369050" cy="3582988"/>
          </a:xfrm>
          <a:ln/>
        </p:spPr>
      </p:sp>
      <p:sp>
        <p:nvSpPr>
          <p:cNvPr id="435203" name="Rectangle 3">
            <a:extLst>
              <a:ext uri="{FF2B5EF4-FFF2-40B4-BE49-F238E27FC236}">
                <a16:creationId xmlns:a16="http://schemas.microsoft.com/office/drawing/2014/main" id="{8AB17845-2EFA-704B-F649-8B9E11FF3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7723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940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566" y="182562"/>
            <a:ext cx="10515600" cy="636361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566" y="1184048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5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097281"/>
            <a:ext cx="10515600" cy="4992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55" y="161676"/>
            <a:ext cx="10515600" cy="678133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785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6355"/>
            <a:ext cx="5181600" cy="5021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6355"/>
            <a:ext cx="5181600" cy="5021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182562"/>
            <a:ext cx="10515600" cy="63636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46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08898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12898"/>
            <a:ext cx="5157787" cy="4339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8898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12898"/>
            <a:ext cx="5183188" cy="4339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230460"/>
            <a:ext cx="10515600" cy="540566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53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28" y="239168"/>
            <a:ext cx="10515600" cy="523149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919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761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01486"/>
            <a:ext cx="3932237" cy="10559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52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2446"/>
            <a:ext cx="3932237" cy="99495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062446"/>
            <a:ext cx="6172200" cy="47986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223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858" y="182562"/>
            <a:ext cx="10515600" cy="636361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01485"/>
            <a:ext cx="10515600" cy="5175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2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001485"/>
            <a:ext cx="2628900" cy="5175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01485"/>
            <a:ext cx="7734300" cy="5175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5240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D4DDE-1744-D830-92DF-0FEF0CFA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52400"/>
            <a:ext cx="11785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44904-02F5-5DB4-80ED-5919109759F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508000" y="990600"/>
            <a:ext cx="54864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B29DFBFD-45F9-5FED-F159-05A89C292E09}"/>
              </a:ext>
            </a:extLst>
          </p:cNvPr>
          <p:cNvSpPr>
            <a:spLocks noGrp="1"/>
          </p:cNvSpPr>
          <p:nvPr>
            <p:ph type="media" sz="half" idx="2"/>
          </p:nvPr>
        </p:nvSpPr>
        <p:spPr>
          <a:xfrm>
            <a:off x="6197600" y="990600"/>
            <a:ext cx="5486400" cy="54102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08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228" y="1101228"/>
            <a:ext cx="10994572" cy="5075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Faculty of Information Technology - Computer Science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C21D5-816B-4C8C-A17B-434F94CBB93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0"/>
            <a:ext cx="12192000" cy="1007492"/>
            <a:chOff x="0" y="0"/>
            <a:chExt cx="12192000" cy="1007492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1001486"/>
            </a:xfrm>
            <a:prstGeom prst="rect">
              <a:avLst/>
            </a:prstGeom>
            <a:solidFill>
              <a:srgbClr val="001B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234056" y="0"/>
              <a:ext cx="957943" cy="1007492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9228" y="280331"/>
            <a:ext cx="10515600" cy="540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729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91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3554" y="345053"/>
            <a:ext cx="8592127" cy="5693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Computer Programming </a:t>
            </a:r>
            <a:r>
              <a:rPr lang="ar-JO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50A834-B975-0C7A-22B1-05F5D93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21D5-816B-4C8C-A17B-434F94CBB936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304" y="1103015"/>
            <a:ext cx="4103392" cy="5253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871" y="1658591"/>
            <a:ext cx="11083637" cy="354081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Two</a:t>
            </a:r>
            <a:br>
              <a:rPr lang="en-US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 Concept</a:t>
            </a:r>
            <a:endParaRPr lang="ar-JO" sz="6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50A834-B975-0C7A-22B1-05F5D93DE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44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97494" y="219651"/>
            <a:ext cx="8229600" cy="65321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Outline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5429"/>
            <a:ext cx="9400309" cy="5483488"/>
          </a:xfrm>
        </p:spPr>
        <p:txBody>
          <a:bodyPr>
            <a:noAutofit/>
          </a:bodyPr>
          <a:lstStyle/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7B27D6-C4F1-2814-5E15-07F895C5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A4D793-295C-4239-BD16-F122C16EDD60}"/>
              </a:ext>
            </a:extLst>
          </p:cNvPr>
          <p:cNvSpPr txBox="1">
            <a:spLocks/>
          </p:cNvSpPr>
          <p:nvPr/>
        </p:nvSpPr>
        <p:spPr>
          <a:xfrm>
            <a:off x="68510" y="1121708"/>
            <a:ext cx="9400309" cy="54834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Previous Programming Paradigm 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 Programming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 Programming Example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Object?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Aspects of Classes: Object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Example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Classes: Where Objects Come From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Template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(Instance) Creation: main class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Primitive Types vs. Reference Types</a:t>
            </a: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341313" algn="justLow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algn="justLow">
              <a:lnSpc>
                <a:spcPct val="150000"/>
              </a:lnSpc>
              <a:spcBef>
                <a:spcPts val="0"/>
              </a:spcBef>
              <a:buFont typeface="Times New Roman" panose="02020603050405020304" pitchFamily="18" charset="0"/>
              <a:buChar char="⁃"/>
              <a:tabLst>
                <a:tab pos="0" algn="l"/>
              </a:tabLst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13753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B2CF109-4772-403E-A0C8-959A3A7A15E5}"/>
              </a:ext>
            </a:extLst>
          </p:cNvPr>
          <p:cNvSpPr txBox="1">
            <a:spLocks/>
          </p:cNvSpPr>
          <p:nvPr/>
        </p:nvSpPr>
        <p:spPr>
          <a:xfrm>
            <a:off x="310393" y="0"/>
            <a:ext cx="10083567" cy="9686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Overview of Previous Programming Paradigm 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61B3DD13-8D77-4E73-B498-5E134745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2CEBFE55-A3EF-4E26-97E4-FECB7B725A4C}"/>
              </a:ext>
            </a:extLst>
          </p:cNvPr>
          <p:cNvSpPr txBox="1"/>
          <p:nvPr/>
        </p:nvSpPr>
        <p:spPr>
          <a:xfrm>
            <a:off x="152039" y="968685"/>
            <a:ext cx="11747702" cy="49225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299720" algn="l"/>
              </a:tabLst>
            </a:pPr>
            <a:r>
              <a:rPr sz="22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</a:t>
            </a:r>
            <a:r>
              <a:rPr sz="2200" b="1" spc="-45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2200" b="1" spc="-15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2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200" spc="-3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</a:t>
            </a:r>
            <a:r>
              <a:rPr lang="en-US"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paradigm </a:t>
            </a:r>
            <a:r>
              <a:rPr sz="2200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200" spc="-25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spc="-1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15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r>
              <a:rPr sz="2200" spc="-45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5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sz="220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299720" algn="l"/>
              </a:tabLst>
            </a:pPr>
            <a:r>
              <a:rPr sz="2200" b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b="1" spc="-8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0070C0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2200" spc="-35" dirty="0">
                <a:solidFill>
                  <a:srgbClr val="0070C0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0070C0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paradigm:</a:t>
            </a:r>
            <a:r>
              <a:rPr sz="2200" b="1" spc="-10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programming,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thinking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2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88265" indent="-3429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299720" algn="l"/>
                <a:tab pos="664845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paradigm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specific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</a:t>
            </a:r>
            <a:r>
              <a:rPr sz="2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apply.</a:t>
            </a:r>
            <a:endParaRPr lang="en-US" sz="2200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lvl="0" indent="-3429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299720" algn="l"/>
              </a:tabLst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sz="2200" spc="-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en-US" sz="2200" spc="-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z="2200" spc="-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200" spc="-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en-US" sz="2200" spc="-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200" spc="-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sz="2200" spc="-1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some</a:t>
            </a:r>
            <a:r>
              <a:rPr lang="en-US" sz="2200" spc="-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paradigms</a:t>
            </a:r>
            <a:r>
              <a:rPr lang="en-US" sz="2200" spc="-3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2200" spc="-1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2200" spc="-1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others.</a:t>
            </a:r>
          </a:p>
          <a:p>
            <a:pPr marL="354965" lvl="0" indent="-3429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299720" algn="l"/>
              </a:tabLst>
              <a:defRPr/>
            </a:pP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sz="2200" spc="-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lang="en-US" sz="2200" spc="-3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en-US" sz="2200" spc="-3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</a:t>
            </a:r>
            <a:r>
              <a:rPr lang="en-US" sz="2200" spc="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spc="-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</a:t>
            </a:r>
            <a:r>
              <a:rPr lang="en-US" sz="2200" spc="-4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200" spc="-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sz="2200" spc="-1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z="2200" spc="-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sz="2200" spc="-1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sz="2200" spc="-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Paradigm.</a:t>
            </a:r>
          </a:p>
          <a:p>
            <a:pPr marL="628650" lvl="0" indent="-344488"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457200" algn="l"/>
              </a:tabLst>
              <a:defRPr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OOP: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Java, Python, C++, Visual Basic .NET, and Ruby are the most popular OOP languages today.</a:t>
            </a:r>
          </a:p>
          <a:p>
            <a:pPr marL="630238" lvl="0" indent="-346075"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690563" algn="l"/>
              </a:tabLst>
              <a:defRPr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Procedural programming: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C, Pascal, COBOL, FORTRAN. It is also supported by Java, Python, C++, etc.</a:t>
            </a:r>
          </a:p>
          <a:p>
            <a:pPr marL="296863" lvl="0" indent="333375">
              <a:spcBef>
                <a:spcPts val="5"/>
              </a:spcBef>
              <a:buFont typeface="Wingdings" panose="05000000000000000000" pitchFamily="2" charset="2"/>
              <a:buChar char="§"/>
              <a:tabLst>
                <a:tab pos="299720" algn="l"/>
              </a:tabLst>
              <a:defRPr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Event-driven: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C#,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Basic. It is also supported by Visual C++ and Java.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C4FA4E-D9FC-7F00-3028-3E6BB598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1097" y="2954461"/>
            <a:ext cx="5029805" cy="29316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7768" y="1017687"/>
            <a:ext cx="11320145" cy="15363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§"/>
            </a:pPr>
            <a:r>
              <a:rPr sz="22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Procedural</a:t>
            </a:r>
            <a:r>
              <a:rPr sz="2200" spc="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2200" spc="7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(PP),</a:t>
            </a:r>
            <a:r>
              <a:rPr sz="2200" spc="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</a:t>
            </a:r>
            <a:r>
              <a:rPr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approach.</a:t>
            </a: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spc="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§"/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</a:t>
            </a: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step.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spc="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Wingdings" panose="05000000000000000000" pitchFamily="2" charset="2"/>
              <a:buChar char="§"/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</a:t>
            </a:r>
            <a:r>
              <a:rPr sz="2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r>
              <a:rPr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70DB9E2-D598-43BA-B69C-668A53DFB4E6}"/>
              </a:ext>
            </a:extLst>
          </p:cNvPr>
          <p:cNvSpPr txBox="1">
            <a:spLocks/>
          </p:cNvSpPr>
          <p:nvPr/>
        </p:nvSpPr>
        <p:spPr>
          <a:xfrm>
            <a:off x="287768" y="18990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Procedural Programming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8F2B2EC-1B05-4870-9D99-A52EF7120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D57FBF-4B31-5831-B015-C374DE22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64178" y="2106342"/>
            <a:ext cx="3385185" cy="3888104"/>
          </a:xfrm>
          <a:custGeom>
            <a:avLst/>
            <a:gdLst/>
            <a:ahLst/>
            <a:cxnLst/>
            <a:rect l="l" t="t" r="r" b="b"/>
            <a:pathLst>
              <a:path w="3385185" h="3888104">
                <a:moveTo>
                  <a:pt x="0" y="3887724"/>
                </a:moveTo>
                <a:lnTo>
                  <a:pt x="3384804" y="3887724"/>
                </a:lnTo>
                <a:lnTo>
                  <a:pt x="3384804" y="0"/>
                </a:lnTo>
                <a:lnTo>
                  <a:pt x="0" y="0"/>
                </a:lnTo>
                <a:lnTo>
                  <a:pt x="0" y="3887724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4088" y="2371137"/>
            <a:ext cx="281686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b="1" i="1" spc="-150" dirty="0">
                <a:latin typeface="Arial"/>
                <a:cs typeface="Arial"/>
              </a:rPr>
              <a:t>D</a:t>
            </a:r>
            <a:r>
              <a:rPr sz="1600" b="1" i="1" spc="-150" dirty="0">
                <a:latin typeface="Arial"/>
                <a:cs typeface="Arial"/>
              </a:rPr>
              <a:t>eclare</a:t>
            </a:r>
            <a:r>
              <a:rPr sz="1600" b="1" i="1" spc="-105" dirty="0">
                <a:latin typeface="Arial"/>
                <a:cs typeface="Arial"/>
              </a:rPr>
              <a:t> </a:t>
            </a:r>
            <a:r>
              <a:rPr sz="1600" b="1" i="1" spc="-175" dirty="0">
                <a:latin typeface="Arial"/>
                <a:cs typeface="Arial"/>
              </a:rPr>
              <a:t>and</a:t>
            </a:r>
            <a:r>
              <a:rPr sz="1600" b="1" i="1" spc="-90" dirty="0">
                <a:latin typeface="Arial"/>
                <a:cs typeface="Arial"/>
              </a:rPr>
              <a:t> </a:t>
            </a:r>
            <a:r>
              <a:rPr sz="1600" b="1" i="1" spc="-120" dirty="0">
                <a:latin typeface="Arial"/>
                <a:cs typeface="Arial"/>
              </a:rPr>
              <a:t>initialize</a:t>
            </a:r>
            <a:r>
              <a:rPr sz="1600" b="1" i="1" spc="-130" dirty="0">
                <a:latin typeface="Arial"/>
                <a:cs typeface="Arial"/>
              </a:rPr>
              <a:t> </a:t>
            </a:r>
            <a:r>
              <a:rPr lang="en-US" sz="1600" b="1" i="1" spc="-160" dirty="0">
                <a:latin typeface="Arial"/>
                <a:cs typeface="Arial"/>
              </a:rPr>
              <a:t>an a</a:t>
            </a:r>
            <a:r>
              <a:rPr sz="1600" b="1" i="1" spc="-160" dirty="0">
                <a:latin typeface="Arial"/>
                <a:cs typeface="Arial"/>
              </a:rPr>
              <a:t>rray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1891" y="2964926"/>
            <a:ext cx="3347085" cy="1003300"/>
            <a:chOff x="550163" y="1840801"/>
            <a:chExt cx="3347085" cy="1003300"/>
          </a:xfrm>
        </p:grpSpPr>
        <p:sp>
          <p:nvSpPr>
            <p:cNvPr id="6" name="object 6"/>
            <p:cNvSpPr/>
            <p:nvPr/>
          </p:nvSpPr>
          <p:spPr>
            <a:xfrm>
              <a:off x="716279" y="1845564"/>
              <a:ext cx="2788285" cy="285115"/>
            </a:xfrm>
            <a:custGeom>
              <a:avLst/>
              <a:gdLst/>
              <a:ahLst/>
              <a:cxnLst/>
              <a:rect l="l" t="t" r="r" b="b"/>
              <a:pathLst>
                <a:path w="2788285" h="285114">
                  <a:moveTo>
                    <a:pt x="12192" y="0"/>
                  </a:moveTo>
                  <a:lnTo>
                    <a:pt x="2788158" y="0"/>
                  </a:lnTo>
                </a:path>
                <a:path w="2788285" h="285114">
                  <a:moveTo>
                    <a:pt x="0" y="284988"/>
                  </a:moveTo>
                  <a:lnTo>
                    <a:pt x="2775966" y="284988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195" y="2357632"/>
              <a:ext cx="3311693" cy="4099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163" y="2336292"/>
              <a:ext cx="3272028" cy="507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3315" y="2372868"/>
              <a:ext cx="3240024" cy="33832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35044" y="3496992"/>
            <a:ext cx="3240405" cy="286617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600" b="1" i="1" spc="-135" dirty="0">
                <a:solidFill>
                  <a:srgbClr val="FFFFFF"/>
                </a:solidFill>
                <a:latin typeface="Arial"/>
                <a:cs typeface="Arial"/>
              </a:rPr>
              <a:t>Call</a:t>
            </a:r>
            <a:r>
              <a:rPr sz="1600" b="1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b="1" i="1" spc="-2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1" spc="-15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600" b="1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b="1" i="1" spc="-2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600" b="1" i="1" spc="-2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600" b="1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b="1" i="1" spc="-165" dirty="0">
                <a:solidFill>
                  <a:srgbClr val="FFFFFF"/>
                </a:solidFill>
                <a:latin typeface="Arial"/>
                <a:cs typeface="Arial"/>
              </a:rPr>
              <a:t>enter</a:t>
            </a:r>
            <a:r>
              <a:rPr sz="1600" b="1" i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b="1" i="1" spc="-16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i="1" spc="-160" dirty="0">
                <a:solidFill>
                  <a:srgbClr val="FFFFFF"/>
                </a:solidFill>
                <a:latin typeface="Arial"/>
                <a:cs typeface="Arial"/>
              </a:rPr>
              <a:t>rray</a:t>
            </a:r>
            <a:r>
              <a:rPr sz="1600" b="1" i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b="1" i="1" spc="-160" dirty="0">
                <a:solidFill>
                  <a:srgbClr val="FFFFFF"/>
                </a:solidFill>
                <a:latin typeface="Arial"/>
                <a:cs typeface="Arial"/>
              </a:rPr>
              <a:t>elements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61891" y="4118594"/>
            <a:ext cx="3347085" cy="977265"/>
            <a:chOff x="550163" y="2994469"/>
            <a:chExt cx="3347085" cy="977265"/>
          </a:xfrm>
        </p:grpSpPr>
        <p:sp>
          <p:nvSpPr>
            <p:cNvPr id="12" name="object 12"/>
            <p:cNvSpPr/>
            <p:nvPr/>
          </p:nvSpPr>
          <p:spPr>
            <a:xfrm>
              <a:off x="716279" y="2999232"/>
              <a:ext cx="2788285" cy="287020"/>
            </a:xfrm>
            <a:custGeom>
              <a:avLst/>
              <a:gdLst/>
              <a:ahLst/>
              <a:cxnLst/>
              <a:rect l="l" t="t" r="r" b="b"/>
              <a:pathLst>
                <a:path w="2788285" h="287020">
                  <a:moveTo>
                    <a:pt x="12192" y="0"/>
                  </a:moveTo>
                  <a:lnTo>
                    <a:pt x="2788158" y="0"/>
                  </a:lnTo>
                </a:path>
                <a:path w="2788285" h="287020">
                  <a:moveTo>
                    <a:pt x="0" y="286512"/>
                  </a:moveTo>
                  <a:lnTo>
                    <a:pt x="2775966" y="28651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195" y="3485392"/>
              <a:ext cx="3311693" cy="4099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0163" y="3464052"/>
              <a:ext cx="3273552" cy="5074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3315" y="3500628"/>
              <a:ext cx="3240024" cy="33832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135044" y="4624753"/>
            <a:ext cx="3240405" cy="288541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600" b="1" i="1" spc="-2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600" b="1" i="1" spc="-16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i="1" spc="-85" dirty="0">
                <a:solidFill>
                  <a:srgbClr val="FFFFFF"/>
                </a:solidFill>
                <a:latin typeface="Arial"/>
                <a:cs typeface="Arial"/>
              </a:rPr>
              <a:t>ll</a:t>
            </a:r>
            <a:r>
              <a:rPr sz="1600" b="1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b="1" i="1" spc="-3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1" spc="-155" dirty="0">
                <a:solidFill>
                  <a:srgbClr val="FFFFFF"/>
                </a:solidFill>
                <a:latin typeface="Arial"/>
                <a:cs typeface="Arial"/>
              </a:rPr>
              <a:t>fun</a:t>
            </a:r>
            <a:r>
              <a:rPr sz="1600" b="1" i="1" spc="-135" dirty="0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sz="1600" b="1" i="1" spc="-18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600" b="1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b="1" i="1" spc="-29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600" b="1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b="1" i="1" spc="-2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600" b="1" i="1" spc="-16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i="1" spc="-135" dirty="0">
                <a:solidFill>
                  <a:srgbClr val="FFFFFF"/>
                </a:solidFill>
                <a:latin typeface="Arial"/>
                <a:cs typeface="Arial"/>
              </a:rPr>
              <a:t>lcula</a:t>
            </a:r>
            <a:r>
              <a:rPr sz="1600" b="1" i="1" spc="-130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1600" b="1" i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600" b="1" i="1" spc="-160" dirty="0">
                <a:solidFill>
                  <a:srgbClr val="FFFFFF"/>
                </a:solidFill>
                <a:latin typeface="Arial"/>
                <a:cs typeface="Arial"/>
              </a:rPr>
              <a:t>their </a:t>
            </a:r>
            <a:r>
              <a:rPr lang="en-US" sz="1600" b="1" i="1" spc="-27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i="1" spc="-170" dirty="0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sz="1600" b="1" i="1" spc="-16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b="1" i="1" spc="-1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600" b="1" i="1" spc="-17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b="1" i="1" spc="-17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1600" b="1" i="1" spc="-16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23245" y="2329545"/>
            <a:ext cx="5793105" cy="3213100"/>
            <a:chOff x="711517" y="1205420"/>
            <a:chExt cx="5793105" cy="3213100"/>
          </a:xfrm>
        </p:grpSpPr>
        <p:sp>
          <p:nvSpPr>
            <p:cNvPr id="18" name="object 18"/>
            <p:cNvSpPr/>
            <p:nvPr/>
          </p:nvSpPr>
          <p:spPr>
            <a:xfrm>
              <a:off x="716280" y="4126991"/>
              <a:ext cx="2788285" cy="287020"/>
            </a:xfrm>
            <a:custGeom>
              <a:avLst/>
              <a:gdLst/>
              <a:ahLst/>
              <a:cxnLst/>
              <a:rect l="l" t="t" r="r" b="b"/>
              <a:pathLst>
                <a:path w="2788285" h="287020">
                  <a:moveTo>
                    <a:pt x="12192" y="0"/>
                  </a:moveTo>
                  <a:lnTo>
                    <a:pt x="2788158" y="0"/>
                  </a:lnTo>
                </a:path>
                <a:path w="2788285" h="287020">
                  <a:moveTo>
                    <a:pt x="0" y="286511"/>
                  </a:moveTo>
                  <a:lnTo>
                    <a:pt x="2775966" y="286511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72989" y="1218438"/>
              <a:ext cx="1618615" cy="1493520"/>
            </a:xfrm>
            <a:custGeom>
              <a:avLst/>
              <a:gdLst/>
              <a:ahLst/>
              <a:cxnLst/>
              <a:rect l="l" t="t" r="r" b="b"/>
              <a:pathLst>
                <a:path w="1618614" h="1493520">
                  <a:moveTo>
                    <a:pt x="0" y="1493519"/>
                  </a:moveTo>
                  <a:lnTo>
                    <a:pt x="1618488" y="1493519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1493519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15019" y="2498772"/>
            <a:ext cx="1323340" cy="300723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5397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425"/>
              </a:spcBef>
            </a:pPr>
            <a:r>
              <a:rPr lang="en-US" sz="1600" b="1" i="1" spc="-235" dirty="0" err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1600" b="1" i="1" spc="-165" dirty="0" err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600" b="1" i="1" spc="-100" dirty="0" err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600" b="1" i="1" spc="-150" dirty="0" err="1">
                <a:solidFill>
                  <a:srgbClr val="FFFFFF"/>
                </a:solidFill>
                <a:latin typeface="Arial"/>
                <a:cs typeface="Arial"/>
              </a:rPr>
              <a:t>Inp</a:t>
            </a:r>
            <a:r>
              <a:rPr sz="1600" b="1" i="1" spc="-140" dirty="0" err="1">
                <a:solidFill>
                  <a:srgbClr val="FFFFFF"/>
                </a:solidFill>
                <a:latin typeface="Arial"/>
                <a:cs typeface="Arial"/>
              </a:rPr>
              <a:t>ut</a:t>
            </a:r>
            <a:r>
              <a:rPr sz="1600" b="1" i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1" spc="-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600" b="1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i="1" spc="-10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87260" y="2551593"/>
            <a:ext cx="997585" cy="1095375"/>
          </a:xfrm>
          <a:custGeom>
            <a:avLst/>
            <a:gdLst/>
            <a:ahLst/>
            <a:cxnLst/>
            <a:rect l="l" t="t" r="r" b="b"/>
            <a:pathLst>
              <a:path w="997585" h="1095375">
                <a:moveTo>
                  <a:pt x="469645" y="1037220"/>
                </a:moveTo>
                <a:lnTo>
                  <a:pt x="0" y="1037220"/>
                </a:lnTo>
                <a:lnTo>
                  <a:pt x="0" y="1095132"/>
                </a:lnTo>
                <a:lnTo>
                  <a:pt x="498601" y="1095132"/>
                </a:lnTo>
                <a:lnTo>
                  <a:pt x="509877" y="1092858"/>
                </a:lnTo>
                <a:lnTo>
                  <a:pt x="519080" y="1086655"/>
                </a:lnTo>
                <a:lnTo>
                  <a:pt x="525283" y="1077452"/>
                </a:lnTo>
                <a:lnTo>
                  <a:pt x="527557" y="1066176"/>
                </a:lnTo>
                <a:lnTo>
                  <a:pt x="469645" y="1066176"/>
                </a:lnTo>
                <a:lnTo>
                  <a:pt x="469645" y="1037220"/>
                </a:lnTo>
                <a:close/>
              </a:path>
              <a:path w="997585" h="1095375">
                <a:moveTo>
                  <a:pt x="832666" y="101103"/>
                </a:moveTo>
                <a:lnTo>
                  <a:pt x="498601" y="101103"/>
                </a:lnTo>
                <a:lnTo>
                  <a:pt x="487326" y="103377"/>
                </a:lnTo>
                <a:lnTo>
                  <a:pt x="478123" y="109581"/>
                </a:lnTo>
                <a:lnTo>
                  <a:pt x="471920" y="118784"/>
                </a:lnTo>
                <a:lnTo>
                  <a:pt x="469645" y="130059"/>
                </a:lnTo>
                <a:lnTo>
                  <a:pt x="469645" y="1066176"/>
                </a:lnTo>
                <a:lnTo>
                  <a:pt x="498601" y="1037220"/>
                </a:lnTo>
                <a:lnTo>
                  <a:pt x="527557" y="1037220"/>
                </a:lnTo>
                <a:lnTo>
                  <a:pt x="527557" y="159015"/>
                </a:lnTo>
                <a:lnTo>
                  <a:pt x="498601" y="159015"/>
                </a:lnTo>
                <a:lnTo>
                  <a:pt x="527557" y="130059"/>
                </a:lnTo>
                <a:lnTo>
                  <a:pt x="882305" y="130059"/>
                </a:lnTo>
                <a:lnTo>
                  <a:pt x="832666" y="101103"/>
                </a:lnTo>
                <a:close/>
              </a:path>
              <a:path w="997585" h="1095375">
                <a:moveTo>
                  <a:pt x="527557" y="1037220"/>
                </a:moveTo>
                <a:lnTo>
                  <a:pt x="498601" y="1037220"/>
                </a:lnTo>
                <a:lnTo>
                  <a:pt x="469645" y="1066176"/>
                </a:lnTo>
                <a:lnTo>
                  <a:pt x="527557" y="1066176"/>
                </a:lnTo>
                <a:lnTo>
                  <a:pt x="527557" y="1037220"/>
                </a:lnTo>
                <a:close/>
              </a:path>
              <a:path w="997585" h="1095375">
                <a:moveTo>
                  <a:pt x="882305" y="130059"/>
                </a:moveTo>
                <a:lnTo>
                  <a:pt x="751458" y="206386"/>
                </a:lnTo>
                <a:lnTo>
                  <a:pt x="742866" y="214060"/>
                </a:lnTo>
                <a:lnTo>
                  <a:pt x="738060" y="224055"/>
                </a:lnTo>
                <a:lnTo>
                  <a:pt x="737350" y="235122"/>
                </a:lnTo>
                <a:lnTo>
                  <a:pt x="741044" y="246010"/>
                </a:lnTo>
                <a:lnTo>
                  <a:pt x="748718" y="254603"/>
                </a:lnTo>
                <a:lnTo>
                  <a:pt x="758713" y="259409"/>
                </a:lnTo>
                <a:lnTo>
                  <a:pt x="769780" y="260119"/>
                </a:lnTo>
                <a:lnTo>
                  <a:pt x="780668" y="256424"/>
                </a:lnTo>
                <a:lnTo>
                  <a:pt x="947683" y="159015"/>
                </a:lnTo>
                <a:lnTo>
                  <a:pt x="939800" y="159015"/>
                </a:lnTo>
                <a:lnTo>
                  <a:pt x="939800" y="155078"/>
                </a:lnTo>
                <a:lnTo>
                  <a:pt x="925194" y="155078"/>
                </a:lnTo>
                <a:lnTo>
                  <a:pt x="882305" y="130059"/>
                </a:lnTo>
                <a:close/>
              </a:path>
              <a:path w="997585" h="1095375">
                <a:moveTo>
                  <a:pt x="527557" y="130059"/>
                </a:moveTo>
                <a:lnTo>
                  <a:pt x="498601" y="159015"/>
                </a:lnTo>
                <a:lnTo>
                  <a:pt x="527557" y="159015"/>
                </a:lnTo>
                <a:lnTo>
                  <a:pt x="527557" y="130059"/>
                </a:lnTo>
                <a:close/>
              </a:path>
              <a:path w="997585" h="1095375">
                <a:moveTo>
                  <a:pt x="882305" y="130059"/>
                </a:moveTo>
                <a:lnTo>
                  <a:pt x="527557" y="130059"/>
                </a:lnTo>
                <a:lnTo>
                  <a:pt x="527557" y="159015"/>
                </a:lnTo>
                <a:lnTo>
                  <a:pt x="832666" y="159015"/>
                </a:lnTo>
                <a:lnTo>
                  <a:pt x="882305" y="130059"/>
                </a:lnTo>
                <a:close/>
              </a:path>
              <a:path w="997585" h="1095375">
                <a:moveTo>
                  <a:pt x="947683" y="101103"/>
                </a:moveTo>
                <a:lnTo>
                  <a:pt x="939800" y="101103"/>
                </a:lnTo>
                <a:lnTo>
                  <a:pt x="939800" y="159015"/>
                </a:lnTo>
                <a:lnTo>
                  <a:pt x="947683" y="159015"/>
                </a:lnTo>
                <a:lnTo>
                  <a:pt x="997330" y="130059"/>
                </a:lnTo>
                <a:lnTo>
                  <a:pt x="947683" y="101103"/>
                </a:lnTo>
                <a:close/>
              </a:path>
              <a:path w="997585" h="1095375">
                <a:moveTo>
                  <a:pt x="925194" y="105040"/>
                </a:moveTo>
                <a:lnTo>
                  <a:pt x="882305" y="130059"/>
                </a:lnTo>
                <a:lnTo>
                  <a:pt x="925194" y="155078"/>
                </a:lnTo>
                <a:lnTo>
                  <a:pt x="925194" y="105040"/>
                </a:lnTo>
                <a:close/>
              </a:path>
              <a:path w="997585" h="1095375">
                <a:moveTo>
                  <a:pt x="939800" y="105040"/>
                </a:moveTo>
                <a:lnTo>
                  <a:pt x="925194" y="105040"/>
                </a:lnTo>
                <a:lnTo>
                  <a:pt x="925194" y="155078"/>
                </a:lnTo>
                <a:lnTo>
                  <a:pt x="939800" y="155078"/>
                </a:lnTo>
                <a:lnTo>
                  <a:pt x="939800" y="105040"/>
                </a:lnTo>
                <a:close/>
              </a:path>
              <a:path w="997585" h="1095375">
                <a:moveTo>
                  <a:pt x="769780" y="0"/>
                </a:moveTo>
                <a:lnTo>
                  <a:pt x="758713" y="710"/>
                </a:lnTo>
                <a:lnTo>
                  <a:pt x="748718" y="5516"/>
                </a:lnTo>
                <a:lnTo>
                  <a:pt x="741044" y="14108"/>
                </a:lnTo>
                <a:lnTo>
                  <a:pt x="737350" y="24997"/>
                </a:lnTo>
                <a:lnTo>
                  <a:pt x="738060" y="36064"/>
                </a:lnTo>
                <a:lnTo>
                  <a:pt x="742866" y="46059"/>
                </a:lnTo>
                <a:lnTo>
                  <a:pt x="751458" y="53732"/>
                </a:lnTo>
                <a:lnTo>
                  <a:pt x="882305" y="130059"/>
                </a:lnTo>
                <a:lnTo>
                  <a:pt x="925194" y="105040"/>
                </a:lnTo>
                <a:lnTo>
                  <a:pt x="939800" y="105040"/>
                </a:lnTo>
                <a:lnTo>
                  <a:pt x="939800" y="101103"/>
                </a:lnTo>
                <a:lnTo>
                  <a:pt x="947683" y="101103"/>
                </a:lnTo>
                <a:lnTo>
                  <a:pt x="780668" y="3694"/>
                </a:lnTo>
                <a:lnTo>
                  <a:pt x="769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366359"/>
              </p:ext>
            </p:extLst>
          </p:nvPr>
        </p:nvGraphicFramePr>
        <p:xfrm>
          <a:off x="8793144" y="4109641"/>
          <a:ext cx="1654810" cy="1491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35"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en-US" sz="1600" b="1" i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600" b="1" i="1" spc="5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i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lcS</a:t>
                      </a:r>
                      <a:r>
                        <a:rPr sz="1600" b="1" i="1" spc="5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600" b="1" i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1600" b="1" i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b="1" i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209221"/>
              </p:ext>
            </p:extLst>
          </p:nvPr>
        </p:nvGraphicFramePr>
        <p:xfrm>
          <a:off x="5371763" y="4088304"/>
          <a:ext cx="1654810" cy="1491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T w="28575">
                      <a:solidFill>
                        <a:srgbClr val="385D8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2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en-US" sz="1600" b="1" i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600" b="1" i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alc</a:t>
                      </a:r>
                      <a:r>
                        <a:rPr sz="1600" b="1" i="1" spc="-6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i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</a:t>
                      </a:r>
                      <a:r>
                        <a:rPr sz="1600" b="1" i="1" spc="-1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i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  <a:r>
                        <a:rPr sz="1600" b="1" i="1" spc="-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b="1" i="1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235"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lang="en-US" sz="1600" b="1" i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600" b="1" i="1" spc="5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i="1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lcSum</a:t>
                      </a:r>
                      <a:r>
                        <a:rPr sz="1600" b="1" i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600" b="1" i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0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385D89"/>
                      </a:solidFill>
                      <a:prstDash val="solid"/>
                    </a:lnL>
                    <a:lnR w="28575">
                      <a:solidFill>
                        <a:srgbClr val="385D89"/>
                      </a:solidFill>
                      <a:prstDash val="solid"/>
                    </a:lnR>
                    <a:lnB w="28575">
                      <a:solidFill>
                        <a:srgbClr val="385D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539404" y="4842684"/>
            <a:ext cx="1284605" cy="0"/>
          </a:xfrm>
          <a:custGeom>
            <a:avLst/>
            <a:gdLst/>
            <a:ahLst/>
            <a:cxnLst/>
            <a:rect l="l" t="t" r="r" b="b"/>
            <a:pathLst>
              <a:path w="1284604">
                <a:moveTo>
                  <a:pt x="0" y="0"/>
                </a:moveTo>
                <a:lnTo>
                  <a:pt x="128447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75068" y="4330112"/>
            <a:ext cx="4429125" cy="944244"/>
          </a:xfrm>
          <a:custGeom>
            <a:avLst/>
            <a:gdLst/>
            <a:ahLst/>
            <a:cxnLst/>
            <a:rect l="l" t="t" r="r" b="b"/>
            <a:pathLst>
              <a:path w="4429125" h="944245">
                <a:moveTo>
                  <a:pt x="936244" y="130048"/>
                </a:moveTo>
                <a:lnTo>
                  <a:pt x="886587" y="101092"/>
                </a:lnTo>
                <a:lnTo>
                  <a:pt x="719582" y="3683"/>
                </a:lnTo>
                <a:lnTo>
                  <a:pt x="708748" y="0"/>
                </a:lnTo>
                <a:lnTo>
                  <a:pt x="697687" y="698"/>
                </a:lnTo>
                <a:lnTo>
                  <a:pt x="687692" y="5511"/>
                </a:lnTo>
                <a:lnTo>
                  <a:pt x="680085" y="14097"/>
                </a:lnTo>
                <a:lnTo>
                  <a:pt x="676325" y="24993"/>
                </a:lnTo>
                <a:lnTo>
                  <a:pt x="677049" y="36055"/>
                </a:lnTo>
                <a:lnTo>
                  <a:pt x="681888" y="46050"/>
                </a:lnTo>
                <a:lnTo>
                  <a:pt x="690499" y="53721"/>
                </a:lnTo>
                <a:lnTo>
                  <a:pt x="771690" y="101092"/>
                </a:lnTo>
                <a:lnTo>
                  <a:pt x="467995" y="101092"/>
                </a:lnTo>
                <a:lnTo>
                  <a:pt x="456768" y="103378"/>
                </a:lnTo>
                <a:lnTo>
                  <a:pt x="447560" y="109575"/>
                </a:lnTo>
                <a:lnTo>
                  <a:pt x="441325" y="118783"/>
                </a:lnTo>
                <a:lnTo>
                  <a:pt x="439039" y="130048"/>
                </a:lnTo>
                <a:lnTo>
                  <a:pt x="439039" y="484251"/>
                </a:lnTo>
                <a:lnTo>
                  <a:pt x="0" y="484251"/>
                </a:lnTo>
                <a:lnTo>
                  <a:pt x="0" y="542163"/>
                </a:lnTo>
                <a:lnTo>
                  <a:pt x="467995" y="542163"/>
                </a:lnTo>
                <a:lnTo>
                  <a:pt x="479259" y="539889"/>
                </a:lnTo>
                <a:lnTo>
                  <a:pt x="488467" y="533692"/>
                </a:lnTo>
                <a:lnTo>
                  <a:pt x="494665" y="524484"/>
                </a:lnTo>
                <a:lnTo>
                  <a:pt x="496951" y="513207"/>
                </a:lnTo>
                <a:lnTo>
                  <a:pt x="496951" y="484251"/>
                </a:lnTo>
                <a:lnTo>
                  <a:pt x="496951" y="159004"/>
                </a:lnTo>
                <a:lnTo>
                  <a:pt x="771690" y="159004"/>
                </a:lnTo>
                <a:lnTo>
                  <a:pt x="690499" y="206375"/>
                </a:lnTo>
                <a:lnTo>
                  <a:pt x="681888" y="214058"/>
                </a:lnTo>
                <a:lnTo>
                  <a:pt x="677049" y="224053"/>
                </a:lnTo>
                <a:lnTo>
                  <a:pt x="676325" y="235115"/>
                </a:lnTo>
                <a:lnTo>
                  <a:pt x="680085" y="245999"/>
                </a:lnTo>
                <a:lnTo>
                  <a:pt x="687692" y="254596"/>
                </a:lnTo>
                <a:lnTo>
                  <a:pt x="697687" y="259397"/>
                </a:lnTo>
                <a:lnTo>
                  <a:pt x="708748" y="260108"/>
                </a:lnTo>
                <a:lnTo>
                  <a:pt x="719582" y="256413"/>
                </a:lnTo>
                <a:lnTo>
                  <a:pt x="886587" y="159004"/>
                </a:lnTo>
                <a:lnTo>
                  <a:pt x="936244" y="130048"/>
                </a:lnTo>
                <a:close/>
              </a:path>
              <a:path w="4429125" h="944245">
                <a:moveTo>
                  <a:pt x="4429125" y="130048"/>
                </a:moveTo>
                <a:lnTo>
                  <a:pt x="4379506" y="101092"/>
                </a:lnTo>
                <a:lnTo>
                  <a:pt x="4212590" y="3683"/>
                </a:lnTo>
                <a:lnTo>
                  <a:pt x="4201680" y="0"/>
                </a:lnTo>
                <a:lnTo>
                  <a:pt x="4190581" y="698"/>
                </a:lnTo>
                <a:lnTo>
                  <a:pt x="4180586" y="5511"/>
                </a:lnTo>
                <a:lnTo>
                  <a:pt x="4172966" y="14097"/>
                </a:lnTo>
                <a:lnTo>
                  <a:pt x="4169270" y="24993"/>
                </a:lnTo>
                <a:lnTo>
                  <a:pt x="4169981" y="36055"/>
                </a:lnTo>
                <a:lnTo>
                  <a:pt x="4174782" y="46050"/>
                </a:lnTo>
                <a:lnTo>
                  <a:pt x="4183380" y="53721"/>
                </a:lnTo>
                <a:lnTo>
                  <a:pt x="4264571" y="101092"/>
                </a:lnTo>
                <a:lnTo>
                  <a:pt x="3554857" y="101092"/>
                </a:lnTo>
                <a:lnTo>
                  <a:pt x="3543579" y="103378"/>
                </a:lnTo>
                <a:lnTo>
                  <a:pt x="3534372" y="109575"/>
                </a:lnTo>
                <a:lnTo>
                  <a:pt x="3528174" y="118783"/>
                </a:lnTo>
                <a:lnTo>
                  <a:pt x="3525901" y="130048"/>
                </a:lnTo>
                <a:lnTo>
                  <a:pt x="3525901" y="885825"/>
                </a:lnTo>
                <a:lnTo>
                  <a:pt x="2680716" y="885825"/>
                </a:lnTo>
                <a:lnTo>
                  <a:pt x="2680716" y="943737"/>
                </a:lnTo>
                <a:lnTo>
                  <a:pt x="3554857" y="943737"/>
                </a:lnTo>
                <a:lnTo>
                  <a:pt x="3566122" y="941463"/>
                </a:lnTo>
                <a:lnTo>
                  <a:pt x="3575329" y="935266"/>
                </a:lnTo>
                <a:lnTo>
                  <a:pt x="3581527" y="926058"/>
                </a:lnTo>
                <a:lnTo>
                  <a:pt x="3583813" y="914781"/>
                </a:lnTo>
                <a:lnTo>
                  <a:pt x="3583813" y="885825"/>
                </a:lnTo>
                <a:lnTo>
                  <a:pt x="3583813" y="159004"/>
                </a:lnTo>
                <a:lnTo>
                  <a:pt x="4264571" y="159004"/>
                </a:lnTo>
                <a:lnTo>
                  <a:pt x="4183380" y="206375"/>
                </a:lnTo>
                <a:lnTo>
                  <a:pt x="4174782" y="214058"/>
                </a:lnTo>
                <a:lnTo>
                  <a:pt x="4169981" y="224053"/>
                </a:lnTo>
                <a:lnTo>
                  <a:pt x="4169270" y="235115"/>
                </a:lnTo>
                <a:lnTo>
                  <a:pt x="4172966" y="245999"/>
                </a:lnTo>
                <a:lnTo>
                  <a:pt x="4180586" y="254596"/>
                </a:lnTo>
                <a:lnTo>
                  <a:pt x="4190581" y="259397"/>
                </a:lnTo>
                <a:lnTo>
                  <a:pt x="4201680" y="260108"/>
                </a:lnTo>
                <a:lnTo>
                  <a:pt x="4212590" y="256413"/>
                </a:lnTo>
                <a:lnTo>
                  <a:pt x="4379506" y="159004"/>
                </a:lnTo>
                <a:lnTo>
                  <a:pt x="4429125" y="130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588172" y="3112945"/>
            <a:ext cx="1069340" cy="360045"/>
          </a:xfrm>
          <a:custGeom>
            <a:avLst/>
            <a:gdLst/>
            <a:ahLst/>
            <a:cxnLst/>
            <a:rect l="l" t="t" r="r" b="b"/>
            <a:pathLst>
              <a:path w="1069339" h="360044">
                <a:moveTo>
                  <a:pt x="12191" y="0"/>
                </a:moveTo>
                <a:lnTo>
                  <a:pt x="1068831" y="0"/>
                </a:lnTo>
              </a:path>
              <a:path w="1069339" h="360044">
                <a:moveTo>
                  <a:pt x="0" y="359663"/>
                </a:moveTo>
                <a:lnTo>
                  <a:pt x="1056639" y="35966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104039" y="4873165"/>
            <a:ext cx="1056640" cy="0"/>
          </a:xfrm>
          <a:custGeom>
            <a:avLst/>
            <a:gdLst/>
            <a:ahLst/>
            <a:cxnLst/>
            <a:rect l="l" t="t" r="r" b="b"/>
            <a:pathLst>
              <a:path w="1056640">
                <a:moveTo>
                  <a:pt x="0" y="0"/>
                </a:moveTo>
                <a:lnTo>
                  <a:pt x="105664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91847" y="5232828"/>
            <a:ext cx="1056640" cy="0"/>
          </a:xfrm>
          <a:custGeom>
            <a:avLst/>
            <a:gdLst/>
            <a:ahLst/>
            <a:cxnLst/>
            <a:rect l="l" t="t" r="r" b="b"/>
            <a:pathLst>
              <a:path w="1056640">
                <a:moveTo>
                  <a:pt x="0" y="0"/>
                </a:moveTo>
                <a:lnTo>
                  <a:pt x="1056639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007D6AB-AC30-4296-86D9-3E22053F962D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Procedural Programming Example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486271-2F75-43E2-A964-527D155F6CD1}"/>
              </a:ext>
            </a:extLst>
          </p:cNvPr>
          <p:cNvSpPr txBox="1"/>
          <p:nvPr/>
        </p:nvSpPr>
        <p:spPr>
          <a:xfrm>
            <a:off x="317537" y="1181538"/>
            <a:ext cx="6102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Program</a:t>
            </a:r>
            <a:r>
              <a:rPr kumimoji="0" lang="en-US" sz="2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</a:t>
            </a:r>
            <a:r>
              <a:rPr kumimoji="0" lang="en-US" sz="2400" b="1" i="0" u="none" strike="noStrike" kern="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Calculate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Average</a:t>
            </a:r>
            <a:r>
              <a:rPr kumimoji="0" lang="en-US" sz="24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of</a:t>
            </a:r>
            <a:r>
              <a:rPr kumimoji="0" lang="en-US" sz="2400" b="1" i="0" u="none" strike="noStrike" kern="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Array</a:t>
            </a:r>
            <a:r>
              <a:rPr kumimoji="0" lang="en-US" sz="24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Items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Footer Placeholder 5">
            <a:extLst>
              <a:ext uri="{FF2B5EF4-FFF2-40B4-BE49-F238E27FC236}">
                <a16:creationId xmlns:a16="http://schemas.microsoft.com/office/drawing/2014/main" id="{B9A8979E-3D84-4FD1-93F9-5A9C9FFD3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7B1867-8350-9351-062E-D765ADA9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B2CF109-4772-403E-A0C8-959A3A7A15E5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Object-oriented programming (OOP)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61B3DD13-8D77-4E73-B498-5E134745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247DE-30A9-499F-BD9F-5C7B2B9DF756}"/>
              </a:ext>
            </a:extLst>
          </p:cNvPr>
          <p:cNvSpPr txBox="1"/>
          <p:nvPr/>
        </p:nvSpPr>
        <p:spPr>
          <a:xfrm>
            <a:off x="280587" y="972281"/>
            <a:ext cx="11276900" cy="15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965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99720" algn="l"/>
              </a:tabLst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</a:t>
            </a:r>
            <a:r>
              <a:rPr kumimoji="0" lang="en-US" sz="2200" b="1" i="0" u="none" strike="noStrike" kern="1200" cap="none" spc="-45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kumimoji="0" lang="en-US" sz="2200" b="1" i="0" u="none" strike="noStrike" kern="1200" cap="none" spc="-15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sz="2200" b="0" i="0" u="none" strike="noStrike" kern="1200" cap="none" spc="-3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paradigm </a:t>
            </a:r>
            <a:r>
              <a:rPr kumimoji="0" lang="en-US" sz="2200" b="0" i="0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kumimoji="0" lang="en-US" sz="2200" b="0" i="0" u="none" strike="noStrike" kern="1200" cap="none" spc="-25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kumimoji="0" lang="en-US" sz="2200" b="0" i="0" u="none" strike="noStrike" kern="1200" cap="none" spc="-1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kumimoji="0" lang="en-US" sz="2200" b="0" i="0" u="none" strike="noStrike" kern="1200" cap="none" spc="-15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r>
              <a:rPr kumimoji="0" lang="en-US" sz="2200" b="0" i="0" u="none" strike="noStrike" kern="1200" cap="none" spc="-45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kumimoji="0" lang="en-US" sz="2200" b="0" i="0" u="none" strike="noStrike" kern="1200" cap="none" spc="-5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</a:p>
          <a:p>
            <a:pPr marL="354965" indent="-342900">
              <a:lnSpc>
                <a:spcPct val="15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299720" algn="l"/>
              </a:tabLst>
              <a:defRPr/>
            </a:pPr>
            <a:r>
              <a:rPr lang="en-US" sz="2200" spc="-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spc="-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200" spc="-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200" spc="-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</a:t>
            </a:r>
            <a:r>
              <a:rPr lang="en-US" sz="2200" spc="-2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(Tangible</a:t>
            </a:r>
            <a:r>
              <a:rPr lang="en-US" sz="2200" spc="-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200" spc="-1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Intangible)</a:t>
            </a:r>
            <a:endParaRPr 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6">
            <a:extLst>
              <a:ext uri="{FF2B5EF4-FFF2-40B4-BE49-F238E27FC236}">
                <a16:creationId xmlns:a16="http://schemas.microsoft.com/office/drawing/2014/main" id="{FC65A0D2-42CA-4BAE-8BD5-ED210F7781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5450" y="2602781"/>
            <a:ext cx="684276" cy="1440180"/>
          </a:xfrm>
          <a:prstGeom prst="rect">
            <a:avLst/>
          </a:prstGeom>
        </p:spPr>
      </p:pic>
      <p:pic>
        <p:nvPicPr>
          <p:cNvPr id="16" name="object 4">
            <a:extLst>
              <a:ext uri="{FF2B5EF4-FFF2-40B4-BE49-F238E27FC236}">
                <a16:creationId xmlns:a16="http://schemas.microsoft.com/office/drawing/2014/main" id="{0AEC29AB-D1DA-4C29-9FC7-28EB7EDFA4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20670" y="2729273"/>
            <a:ext cx="1315212" cy="13136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E7E92-41EF-4166-A828-B2A6651BC0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899" y="2842768"/>
            <a:ext cx="1898589" cy="10707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D0C6BB-868F-4987-B19C-1244B53DF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274" y="2877993"/>
            <a:ext cx="1733792" cy="1000265"/>
          </a:xfrm>
          <a:prstGeom prst="rect">
            <a:avLst/>
          </a:prstGeom>
        </p:spPr>
      </p:pic>
      <p:pic>
        <p:nvPicPr>
          <p:cNvPr id="17" name="object 3">
            <a:extLst>
              <a:ext uri="{FF2B5EF4-FFF2-40B4-BE49-F238E27FC236}">
                <a16:creationId xmlns:a16="http://schemas.microsoft.com/office/drawing/2014/main" id="{E6C8C267-9CE5-43B3-9565-410FCD7C7FC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09385" y="4632612"/>
            <a:ext cx="706498" cy="997409"/>
          </a:xfrm>
          <a:prstGeom prst="rect">
            <a:avLst/>
          </a:prstGeom>
        </p:spPr>
      </p:pic>
      <p:pic>
        <p:nvPicPr>
          <p:cNvPr id="18" name="object 9">
            <a:extLst>
              <a:ext uri="{FF2B5EF4-FFF2-40B4-BE49-F238E27FC236}">
                <a16:creationId xmlns:a16="http://schemas.microsoft.com/office/drawing/2014/main" id="{2407836A-D3D7-4156-A05C-72CB115044D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10032" y="4299637"/>
            <a:ext cx="1466087" cy="146041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93663D-06DF-FAD4-45C6-2F8853F0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98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B2CF109-4772-403E-A0C8-959A3A7A15E5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What is an Object?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61B3DD13-8D77-4E73-B498-5E134745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0D3BD7C-88C0-47B2-9F73-156DA781A4C0}"/>
              </a:ext>
            </a:extLst>
          </p:cNvPr>
          <p:cNvSpPr txBox="1">
            <a:spLocks noChangeArrowheads="1"/>
          </p:cNvSpPr>
          <p:nvPr/>
        </p:nvSpPr>
        <p:spPr>
          <a:xfrm>
            <a:off x="388632" y="1226562"/>
            <a:ext cx="8388350" cy="5411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objects have </a:t>
            </a:r>
            <a:r>
              <a:rPr lang="en-US" altLang="en-US" sz="22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2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US" altLang="en-US" sz="2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stId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major, etc.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Behaviors:  registration,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calcGPA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Account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 account number, owner, balance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Behaviors:  withdraw, deposit.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2398B9-2DC9-4CAF-B593-8F49DEC88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894" y="2375514"/>
            <a:ext cx="3774599" cy="31138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57D10-443A-958D-9103-37907A6A4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1497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EA59-36D2-498D-988D-316D7136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Aspects of Classes: Object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129A9-B06D-4120-B479-D343531F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8E7972-10BE-4306-B203-F7ADDB9819BC}"/>
              </a:ext>
            </a:extLst>
          </p:cNvPr>
          <p:cNvSpPr/>
          <p:nvPr/>
        </p:nvSpPr>
        <p:spPr>
          <a:xfrm>
            <a:off x="346698" y="920771"/>
            <a:ext cx="11556805" cy="2062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The state of an object consists of:</a:t>
            </a:r>
            <a:endParaRPr lang="ar-JO" sz="2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set of data fields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(also known as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properties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with their current values.</a:t>
            </a: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of an object is defined by a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set of methods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identity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is used to identify a particular object.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8EC6C24F-6659-4D84-8CD5-3DA5AB28E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5280" y="3428328"/>
            <a:ext cx="3025175" cy="271464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C4470155-6A55-4E85-9D6A-796DB81CB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2865" y="3428328"/>
            <a:ext cx="3429024" cy="271464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730B460-FE28-40F4-B60F-EA658628156A}"/>
              </a:ext>
            </a:extLst>
          </p:cNvPr>
          <p:cNvSpPr/>
          <p:nvPr/>
        </p:nvSpPr>
        <p:spPr>
          <a:xfrm>
            <a:off x="3069594" y="3856956"/>
            <a:ext cx="704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class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64EDE-7482-43F5-ACAC-7CA0D55AC904}"/>
              </a:ext>
            </a:extLst>
          </p:cNvPr>
          <p:cNvSpPr/>
          <p:nvPr/>
        </p:nvSpPr>
        <p:spPr>
          <a:xfrm>
            <a:off x="6212865" y="3369799"/>
            <a:ext cx="704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class 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DCAD50B-8E14-4F98-9B84-80C31831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7B60CF-4662-6835-C566-D02EE400F7B5}"/>
              </a:ext>
            </a:extLst>
          </p:cNvPr>
          <p:cNvSpPr/>
          <p:nvPr/>
        </p:nvSpPr>
        <p:spPr>
          <a:xfrm>
            <a:off x="6125101" y="3637211"/>
            <a:ext cx="879566" cy="320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</a:p>
        </p:txBody>
      </p:sp>
    </p:spTree>
    <p:extLst>
      <p:ext uri="{BB962C8B-B14F-4D97-AF65-F5344CB8AC3E}">
        <p14:creationId xmlns:p14="http://schemas.microsoft.com/office/powerpoint/2010/main" val="262451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1026">
            <a:extLst>
              <a:ext uri="{FF2B5EF4-FFF2-40B4-BE49-F238E27FC236}">
                <a16:creationId xmlns:a16="http://schemas.microsoft.com/office/drawing/2014/main" id="{4222BDE5-196D-EFB7-2E28-5431F9F0CD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Example</a:t>
            </a:r>
          </a:p>
        </p:txBody>
      </p:sp>
      <p:sp>
        <p:nvSpPr>
          <p:cNvPr id="381955" name="Rectangle 1027">
            <a:extLst>
              <a:ext uri="{FF2B5EF4-FFF2-40B4-BE49-F238E27FC236}">
                <a16:creationId xmlns:a16="http://schemas.microsoft.com/office/drawing/2014/main" id="{65FD8AFB-20FE-24A6-87C8-0E6972BC3D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4236" y="1447800"/>
            <a:ext cx="5694363" cy="43782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"account" class describes the attributes and behaviors of bank accounts.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“account” class defines: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state variables: 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number 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</a:t>
            </a:r>
          </a:p>
          <a:p>
            <a:pPr lvl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methods: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deposit()</a:t>
            </a:r>
          </a:p>
          <a:p>
            <a:pPr lvl="2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withdraw().</a:t>
            </a:r>
          </a:p>
        </p:txBody>
      </p:sp>
      <p:sp>
        <p:nvSpPr>
          <p:cNvPr id="381956" name="Rectangle 1028">
            <a:extLst>
              <a:ext uri="{FF2B5EF4-FFF2-40B4-BE49-F238E27FC236}">
                <a16:creationId xmlns:a16="http://schemas.microsoft.com/office/drawing/2014/main" id="{BF8FA349-1099-90C4-2C08-B02C6A3C4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524000"/>
            <a:ext cx="3111500" cy="3695700"/>
          </a:xfrm>
          <a:prstGeom prst="rect">
            <a:avLst/>
          </a:prstGeom>
          <a:solidFill>
            <a:srgbClr val="8FF9AB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altLang="en-US" sz="20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81958" name="Text Box 1030">
            <a:extLst>
              <a:ext uri="{FF2B5EF4-FFF2-40B4-BE49-F238E27FC236}">
                <a16:creationId xmlns:a16="http://schemas.microsoft.com/office/drawing/2014/main" id="{3A3AD81A-C206-3936-A6B0-7B8CC7601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00" y="1636632"/>
            <a:ext cx="233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anose="020B0606020202030204" pitchFamily="34" charset="0"/>
              </a:rPr>
              <a:t>class: Account</a:t>
            </a:r>
          </a:p>
        </p:txBody>
      </p:sp>
      <p:grpSp>
        <p:nvGrpSpPr>
          <p:cNvPr id="381961" name="Group 1033">
            <a:extLst>
              <a:ext uri="{FF2B5EF4-FFF2-40B4-BE49-F238E27FC236}">
                <a16:creationId xmlns:a16="http://schemas.microsoft.com/office/drawing/2014/main" id="{4D1AF414-E7E2-A61B-8E2F-DBDCC61A6EF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505200"/>
            <a:ext cx="1752600" cy="450850"/>
            <a:chOff x="3816" y="2088"/>
            <a:chExt cx="936" cy="264"/>
          </a:xfrm>
        </p:grpSpPr>
        <p:sp>
          <p:nvSpPr>
            <p:cNvPr id="381960" name="Rectangle 1032">
              <a:extLst>
                <a:ext uri="{FF2B5EF4-FFF2-40B4-BE49-F238E27FC236}">
                  <a16:creationId xmlns:a16="http://schemas.microsoft.com/office/drawing/2014/main" id="{CCB0C12A-87B6-3DE8-7EE3-B8DC12C45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" y="2088"/>
              <a:ext cx="928" cy="2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US" sz="20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81959" name="Text Box 1031">
              <a:extLst>
                <a:ext uri="{FF2B5EF4-FFF2-40B4-BE49-F238E27FC236}">
                  <a16:creationId xmlns:a16="http://schemas.microsoft.com/office/drawing/2014/main" id="{2494C5F9-F215-CA59-7327-DDAA0ADAF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2088"/>
              <a:ext cx="92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en-US" sz="20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deposit()</a:t>
              </a:r>
            </a:p>
          </p:txBody>
        </p:sp>
      </p:grpSp>
      <p:grpSp>
        <p:nvGrpSpPr>
          <p:cNvPr id="381962" name="Group 1034">
            <a:extLst>
              <a:ext uri="{FF2B5EF4-FFF2-40B4-BE49-F238E27FC236}">
                <a16:creationId xmlns:a16="http://schemas.microsoft.com/office/drawing/2014/main" id="{80A0A0AE-DE1C-056A-F152-2F78D9BA468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4191000"/>
            <a:ext cx="1752600" cy="457200"/>
            <a:chOff x="3816" y="2088"/>
            <a:chExt cx="936" cy="264"/>
          </a:xfrm>
        </p:grpSpPr>
        <p:sp>
          <p:nvSpPr>
            <p:cNvPr id="381963" name="Rectangle 1035">
              <a:extLst>
                <a:ext uri="{FF2B5EF4-FFF2-40B4-BE49-F238E27FC236}">
                  <a16:creationId xmlns:a16="http://schemas.microsoft.com/office/drawing/2014/main" id="{3EA242A4-06A2-3547-1D7A-EAB270FCE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" y="2088"/>
              <a:ext cx="928" cy="2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US" sz="20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81964" name="Text Box 1036">
              <a:extLst>
                <a:ext uri="{FF2B5EF4-FFF2-40B4-BE49-F238E27FC236}">
                  <a16:creationId xmlns:a16="http://schemas.microsoft.com/office/drawing/2014/main" id="{232FD147-0977-A4BF-38F1-36AABD0173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6" y="2088"/>
              <a:ext cx="920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en-US" sz="20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withdraw()</a:t>
              </a:r>
            </a:p>
          </p:txBody>
        </p:sp>
      </p:grpSp>
      <p:grpSp>
        <p:nvGrpSpPr>
          <p:cNvPr id="381967" name="Group 1039">
            <a:extLst>
              <a:ext uri="{FF2B5EF4-FFF2-40B4-BE49-F238E27FC236}">
                <a16:creationId xmlns:a16="http://schemas.microsoft.com/office/drawing/2014/main" id="{23D75EF7-84A4-990C-A08C-699B844BBDF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895600"/>
            <a:ext cx="2057400" cy="400050"/>
            <a:chOff x="3792" y="3120"/>
            <a:chExt cx="1296" cy="252"/>
          </a:xfrm>
        </p:grpSpPr>
        <p:sp>
          <p:nvSpPr>
            <p:cNvPr id="381966" name="Rectangle 1038">
              <a:extLst>
                <a:ext uri="{FF2B5EF4-FFF2-40B4-BE49-F238E27FC236}">
                  <a16:creationId xmlns:a16="http://schemas.microsoft.com/office/drawing/2014/main" id="{E774B524-EC45-8AFE-993D-936FCCB52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120"/>
              <a:ext cx="129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US" sz="20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81965" name="Text Box 1037">
              <a:extLst>
                <a:ext uri="{FF2B5EF4-FFF2-40B4-BE49-F238E27FC236}">
                  <a16:creationId xmlns:a16="http://schemas.microsoft.com/office/drawing/2014/main" id="{C5DC74FD-C170-19F0-9446-0A598FEF3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3120"/>
              <a:ext cx="6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en-US" sz="2000">
                  <a:solidFill>
                    <a:srgbClr val="000000"/>
                  </a:solidFill>
                  <a:latin typeface="Arial Narrow" panose="020B0606020202030204" pitchFamily="34" charset="0"/>
                </a:rPr>
                <a:t>balance:</a:t>
              </a:r>
            </a:p>
          </p:txBody>
        </p:sp>
      </p:grpSp>
      <p:grpSp>
        <p:nvGrpSpPr>
          <p:cNvPr id="381968" name="Group 1040">
            <a:extLst>
              <a:ext uri="{FF2B5EF4-FFF2-40B4-BE49-F238E27FC236}">
                <a16:creationId xmlns:a16="http://schemas.microsoft.com/office/drawing/2014/main" id="{F8574758-5BFA-2A34-A33F-FED090A8D27B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286000"/>
            <a:ext cx="2057400" cy="400050"/>
            <a:chOff x="3792" y="3120"/>
            <a:chExt cx="1296" cy="252"/>
          </a:xfrm>
        </p:grpSpPr>
        <p:sp>
          <p:nvSpPr>
            <p:cNvPr id="381969" name="Rectangle 1041">
              <a:extLst>
                <a:ext uri="{FF2B5EF4-FFF2-40B4-BE49-F238E27FC236}">
                  <a16:creationId xmlns:a16="http://schemas.microsoft.com/office/drawing/2014/main" id="{25B3567F-F02A-B468-78CF-00C2DFFDC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120"/>
              <a:ext cx="129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US" sz="20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81970" name="Text Box 1042">
              <a:extLst>
                <a:ext uri="{FF2B5EF4-FFF2-40B4-BE49-F238E27FC236}">
                  <a16:creationId xmlns:a16="http://schemas.microsoft.com/office/drawing/2014/main" id="{15035BF3-086B-DBC0-ACE9-F6BB4C5BC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120"/>
              <a:ext cx="60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en-US" sz="2000">
                  <a:solidFill>
                    <a:srgbClr val="000000"/>
                  </a:solidFill>
                  <a:latin typeface="Arial Narrow" panose="020B0606020202030204" pitchFamily="34" charset="0"/>
                </a:rPr>
                <a:t>number: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5C6CF6-5162-7370-64A2-FA87DFB7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0217" y="6356350"/>
            <a:ext cx="4783183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B759DE-A1D7-AFAE-A428-45A6BE44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52A253-D4E6-ED25-AE58-D91089B47711}"/>
              </a:ext>
            </a:extLst>
          </p:cNvPr>
          <p:cNvCxnSpPr>
            <a:stCxn id="381956" idx="1"/>
            <a:endCxn id="381956" idx="3"/>
          </p:cNvCxnSpPr>
          <p:nvPr/>
        </p:nvCxnSpPr>
        <p:spPr>
          <a:xfrm>
            <a:off x="7010400" y="3371850"/>
            <a:ext cx="31115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817655-377E-B495-F1B5-AC696D2255B8}"/>
              </a:ext>
            </a:extLst>
          </p:cNvPr>
          <p:cNvCxnSpPr/>
          <p:nvPr/>
        </p:nvCxnSpPr>
        <p:spPr>
          <a:xfrm>
            <a:off x="7010400" y="2096044"/>
            <a:ext cx="31115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184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1026">
            <a:extLst>
              <a:ext uri="{FF2B5EF4-FFF2-40B4-BE49-F238E27FC236}">
                <a16:creationId xmlns:a16="http://schemas.microsoft.com/office/drawing/2014/main" id="{75796DA0-0879-A956-9CD8-2771C3922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Example - Cont’d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2979" name="Rectangle 1027">
            <a:extLst>
              <a:ext uri="{FF2B5EF4-FFF2-40B4-BE49-F238E27FC236}">
                <a16:creationId xmlns:a16="http://schemas.microsoft.com/office/drawing/2014/main" id="{ADB4FEFF-A006-45F6-6103-CB97587B5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8510" y="1117077"/>
            <a:ext cx="7556065" cy="4304667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program runs, there will be many instances of the account class.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instance will have its own copy of attributes (account number and balance) (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state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instance will have its own copy of the methods (deposit() and withdraw())</a:t>
            </a:r>
            <a:r>
              <a:rPr lang="en-US" altLang="en-US" sz="2200" dirty="0">
                <a:solidFill>
                  <a:srgbClr val="000000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work on its attributes (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behavior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  <p:grpSp>
        <p:nvGrpSpPr>
          <p:cNvPr id="383034" name="Group 1082">
            <a:extLst>
              <a:ext uri="{FF2B5EF4-FFF2-40B4-BE49-F238E27FC236}">
                <a16:creationId xmlns:a16="http://schemas.microsoft.com/office/drawing/2014/main" id="{2725ED8D-4ABE-A75A-993F-72C341DCD43E}"/>
              </a:ext>
            </a:extLst>
          </p:cNvPr>
          <p:cNvGrpSpPr>
            <a:grpSpLocks/>
          </p:cNvGrpSpPr>
          <p:nvPr/>
        </p:nvGrpSpPr>
        <p:grpSpPr bwMode="auto">
          <a:xfrm>
            <a:off x="8340303" y="1213168"/>
            <a:ext cx="2209800" cy="5181600"/>
            <a:chOff x="3888" y="624"/>
            <a:chExt cx="1392" cy="3264"/>
          </a:xfrm>
        </p:grpSpPr>
        <p:grpSp>
          <p:nvGrpSpPr>
            <p:cNvPr id="383029" name="Group 1077">
              <a:extLst>
                <a:ext uri="{FF2B5EF4-FFF2-40B4-BE49-F238E27FC236}">
                  <a16:creationId xmlns:a16="http://schemas.microsoft.com/office/drawing/2014/main" id="{0CBE3AB6-737B-1E4E-F1B0-217247C017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968"/>
              <a:ext cx="1392" cy="816"/>
              <a:chOff x="3888" y="1824"/>
              <a:chExt cx="1392" cy="816"/>
            </a:xfrm>
          </p:grpSpPr>
          <p:sp>
            <p:nvSpPr>
              <p:cNvPr id="383005" name="Rectangle 1053">
                <a:extLst>
                  <a:ext uri="{FF2B5EF4-FFF2-40B4-BE49-F238E27FC236}">
                    <a16:creationId xmlns:a16="http://schemas.microsoft.com/office/drawing/2014/main" id="{F2D5C1B8-AF3A-CF4B-30AB-7E6355872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824"/>
                <a:ext cx="1392" cy="816"/>
              </a:xfrm>
              <a:prstGeom prst="rect">
                <a:avLst/>
              </a:prstGeom>
              <a:solidFill>
                <a:srgbClr val="B2B2B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2000">
                  <a:solidFill>
                    <a:srgbClr val="000000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383007" name="Rectangle 1055">
                <a:extLst>
                  <a:ext uri="{FF2B5EF4-FFF2-40B4-BE49-F238E27FC236}">
                    <a16:creationId xmlns:a16="http://schemas.microsoft.com/office/drawing/2014/main" id="{A493F7B3-22DE-B5FA-4778-C9248A08D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2304"/>
                <a:ext cx="1296" cy="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2000">
                  <a:solidFill>
                    <a:srgbClr val="000000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383008" name="Text Box 1056">
                <a:extLst>
                  <a:ext uri="{FF2B5EF4-FFF2-40B4-BE49-F238E27FC236}">
                    <a16:creationId xmlns:a16="http://schemas.microsoft.com/office/drawing/2014/main" id="{4BFD8E49-7917-3907-9A1B-3107C02339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" y="2304"/>
                <a:ext cx="9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en-US" sz="2000">
                    <a:solidFill>
                      <a:srgbClr val="000000"/>
                    </a:solidFill>
                    <a:latin typeface="Arial Narrow" panose="020B0606020202030204" pitchFamily="34" charset="0"/>
                  </a:rPr>
                  <a:t>balance: $240</a:t>
                </a:r>
              </a:p>
            </p:txBody>
          </p:sp>
          <p:sp>
            <p:nvSpPr>
              <p:cNvPr id="383010" name="Rectangle 1058">
                <a:extLst>
                  <a:ext uri="{FF2B5EF4-FFF2-40B4-BE49-F238E27FC236}">
                    <a16:creationId xmlns:a16="http://schemas.microsoft.com/office/drawing/2014/main" id="{331DD164-0E22-EB15-BA98-C61F713A5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2" y="1920"/>
                <a:ext cx="1296" cy="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2000">
                  <a:solidFill>
                    <a:srgbClr val="000000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383011" name="Text Box 1059">
                <a:extLst>
                  <a:ext uri="{FF2B5EF4-FFF2-40B4-BE49-F238E27FC236}">
                    <a16:creationId xmlns:a16="http://schemas.microsoft.com/office/drawing/2014/main" id="{D9600A60-51CE-8FCB-F57D-2C6BF59B30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" y="1920"/>
                <a:ext cx="8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en-US" sz="2000" dirty="0">
                    <a:solidFill>
                      <a:srgbClr val="000000"/>
                    </a:solidFill>
                    <a:latin typeface="Arial Narrow" panose="020B0606020202030204" pitchFamily="34" charset="0"/>
                  </a:rPr>
                  <a:t>number:  712</a:t>
                </a:r>
              </a:p>
            </p:txBody>
          </p:sp>
        </p:grpSp>
        <p:grpSp>
          <p:nvGrpSpPr>
            <p:cNvPr id="383030" name="Group 1078">
              <a:extLst>
                <a:ext uri="{FF2B5EF4-FFF2-40B4-BE49-F238E27FC236}">
                  <a16:creationId xmlns:a16="http://schemas.microsoft.com/office/drawing/2014/main" id="{BB67FD2D-6904-11D1-E334-0F265FA9F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072"/>
              <a:ext cx="1392" cy="816"/>
              <a:chOff x="3888" y="2784"/>
              <a:chExt cx="1392" cy="816"/>
            </a:xfrm>
          </p:grpSpPr>
          <p:sp>
            <p:nvSpPr>
              <p:cNvPr id="383014" name="Rectangle 1062">
                <a:extLst>
                  <a:ext uri="{FF2B5EF4-FFF2-40B4-BE49-F238E27FC236}">
                    <a16:creationId xmlns:a16="http://schemas.microsoft.com/office/drawing/2014/main" id="{BEC61D3D-0781-050C-C189-FB3B2C0F6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784"/>
                <a:ext cx="1392" cy="816"/>
              </a:xfrm>
              <a:prstGeom prst="rect">
                <a:avLst/>
              </a:prstGeom>
              <a:solidFill>
                <a:srgbClr val="B2B2B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2000">
                  <a:solidFill>
                    <a:srgbClr val="000000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383015" name="Rectangle 1063">
                <a:extLst>
                  <a:ext uri="{FF2B5EF4-FFF2-40B4-BE49-F238E27FC236}">
                    <a16:creationId xmlns:a16="http://schemas.microsoft.com/office/drawing/2014/main" id="{F0FED0F5-479E-1CE9-F69A-3E54B542A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264"/>
                <a:ext cx="1296" cy="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2000">
                  <a:solidFill>
                    <a:srgbClr val="000000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383016" name="Text Box 1064">
                <a:extLst>
                  <a:ext uri="{FF2B5EF4-FFF2-40B4-BE49-F238E27FC236}">
                    <a16:creationId xmlns:a16="http://schemas.microsoft.com/office/drawing/2014/main" id="{82114FC2-94A8-AF9B-5AA2-82CF06B8E9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3" y="3264"/>
                <a:ext cx="9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en-US" sz="2000">
                    <a:solidFill>
                      <a:srgbClr val="000000"/>
                    </a:solidFill>
                    <a:latin typeface="Arial Narrow" panose="020B0606020202030204" pitchFamily="34" charset="0"/>
                  </a:rPr>
                  <a:t>balance: $941</a:t>
                </a:r>
              </a:p>
            </p:txBody>
          </p:sp>
          <p:sp>
            <p:nvSpPr>
              <p:cNvPr id="383017" name="Rectangle 1065">
                <a:extLst>
                  <a:ext uri="{FF2B5EF4-FFF2-40B4-BE49-F238E27FC236}">
                    <a16:creationId xmlns:a16="http://schemas.microsoft.com/office/drawing/2014/main" id="{30C5E82B-0DCF-A87C-DB43-AB8FFC596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880"/>
                <a:ext cx="1296" cy="2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2000">
                  <a:solidFill>
                    <a:srgbClr val="000000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383018" name="Text Box 1066">
                <a:extLst>
                  <a:ext uri="{FF2B5EF4-FFF2-40B4-BE49-F238E27FC236}">
                    <a16:creationId xmlns:a16="http://schemas.microsoft.com/office/drawing/2014/main" id="{A0933E31-B3EC-C8A9-6792-65B0A1D1BE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3" y="2880"/>
                <a:ext cx="88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en-US" sz="2000">
                    <a:solidFill>
                      <a:srgbClr val="000000"/>
                    </a:solidFill>
                    <a:latin typeface="Arial Narrow" panose="020B0606020202030204" pitchFamily="34" charset="0"/>
                  </a:rPr>
                  <a:t>number:  036</a:t>
                </a:r>
              </a:p>
            </p:txBody>
          </p:sp>
        </p:grpSp>
        <p:sp>
          <p:nvSpPr>
            <p:cNvPr id="383020" name="Rectangle 1068">
              <a:extLst>
                <a:ext uri="{FF2B5EF4-FFF2-40B4-BE49-F238E27FC236}">
                  <a16:creationId xmlns:a16="http://schemas.microsoft.com/office/drawing/2014/main" id="{0C15E68E-F63B-6E6E-B143-8CBE34ACA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864"/>
              <a:ext cx="1392" cy="816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US" sz="20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83021" name="Rectangle 1069">
              <a:extLst>
                <a:ext uri="{FF2B5EF4-FFF2-40B4-BE49-F238E27FC236}">
                  <a16:creationId xmlns:a16="http://schemas.microsoft.com/office/drawing/2014/main" id="{C68F0895-B0DD-136B-47EB-8725B8D7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344"/>
              <a:ext cx="129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US" sz="20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83022" name="Text Box 1070">
              <a:extLst>
                <a:ext uri="{FF2B5EF4-FFF2-40B4-BE49-F238E27FC236}">
                  <a16:creationId xmlns:a16="http://schemas.microsoft.com/office/drawing/2014/main" id="{6419A136-E636-2EC8-CDA9-472EF63C1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44"/>
              <a:ext cx="90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en-US" sz="20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balance:  $19</a:t>
              </a:r>
            </a:p>
          </p:txBody>
        </p:sp>
        <p:sp>
          <p:nvSpPr>
            <p:cNvPr id="383023" name="Rectangle 1071">
              <a:extLst>
                <a:ext uri="{FF2B5EF4-FFF2-40B4-BE49-F238E27FC236}">
                  <a16:creationId xmlns:a16="http://schemas.microsoft.com/office/drawing/2014/main" id="{BE39C932-ED90-B8CB-99A7-A00C7FFE3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960"/>
              <a:ext cx="1296" cy="2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endParaRPr lang="en-US" sz="2000">
                <a:solidFill>
                  <a:srgbClr val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83024" name="Text Box 1072">
              <a:extLst>
                <a:ext uri="{FF2B5EF4-FFF2-40B4-BE49-F238E27FC236}">
                  <a16:creationId xmlns:a16="http://schemas.microsoft.com/office/drawing/2014/main" id="{9BE90CB3-B8B3-458E-7697-DAB2CE1C6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3" y="960"/>
              <a:ext cx="8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en-US" sz="2000">
                  <a:solidFill>
                    <a:srgbClr val="000000"/>
                  </a:solidFill>
                  <a:latin typeface="Arial Narrow" panose="020B0606020202030204" pitchFamily="34" charset="0"/>
                </a:rPr>
                <a:t>number:  054</a:t>
              </a:r>
            </a:p>
          </p:txBody>
        </p:sp>
        <p:sp>
          <p:nvSpPr>
            <p:cNvPr id="383027" name="Rectangle 1075">
              <a:extLst>
                <a:ext uri="{FF2B5EF4-FFF2-40B4-BE49-F238E27FC236}">
                  <a16:creationId xmlns:a16="http://schemas.microsoft.com/office/drawing/2014/main" id="{AA5ED93B-C686-EFF7-F0A2-19658DC8C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624"/>
              <a:ext cx="960" cy="192"/>
            </a:xfrm>
            <a:prstGeom prst="rect">
              <a:avLst/>
            </a:prstGeom>
            <a:solidFill>
              <a:srgbClr val="8FF9AB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en-US" sz="20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Instance #1</a:t>
              </a:r>
            </a:p>
          </p:txBody>
        </p:sp>
        <p:sp>
          <p:nvSpPr>
            <p:cNvPr id="383031" name="Rectangle 1079">
              <a:extLst>
                <a:ext uri="{FF2B5EF4-FFF2-40B4-BE49-F238E27FC236}">
                  <a16:creationId xmlns:a16="http://schemas.microsoft.com/office/drawing/2014/main" id="{8DCD5D47-3AC5-C47E-3E60-B43FCDF2E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1728"/>
              <a:ext cx="960" cy="192"/>
            </a:xfrm>
            <a:prstGeom prst="rect">
              <a:avLst/>
            </a:prstGeom>
            <a:solidFill>
              <a:srgbClr val="8FF9AB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en-US" sz="20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Instance #2</a:t>
              </a:r>
            </a:p>
          </p:txBody>
        </p:sp>
        <p:sp>
          <p:nvSpPr>
            <p:cNvPr id="383032" name="Rectangle 1080">
              <a:extLst>
                <a:ext uri="{FF2B5EF4-FFF2-40B4-BE49-F238E27FC236}">
                  <a16:creationId xmlns:a16="http://schemas.microsoft.com/office/drawing/2014/main" id="{74A4A2F0-1D7B-AAF0-4D48-79B61B527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2832"/>
              <a:ext cx="960" cy="192"/>
            </a:xfrm>
            <a:prstGeom prst="rect">
              <a:avLst/>
            </a:prstGeom>
            <a:solidFill>
              <a:srgbClr val="8FF9AB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en-US" sz="20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Instance #3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C06014-28B2-FA50-B80E-03B6B469C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76698" y="6433185"/>
            <a:ext cx="4878977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0C2036-6216-9619-A36F-6F583D81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691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B2CF109-4772-403E-A0C8-959A3A7A15E5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Classes: Where Objects Come From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61B3DD13-8D77-4E73-B498-5E134745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341937"/>
            <a:ext cx="8286808" cy="43495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Faculty of Information Technology - Computer Science Department</a:t>
            </a:r>
            <a:endParaRPr kumimoji="0" lang="ar-JO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345CC-FEB2-4066-AE03-309C938B2AAE}"/>
              </a:ext>
            </a:extLst>
          </p:cNvPr>
          <p:cNvSpPr txBox="1"/>
          <p:nvPr/>
        </p:nvSpPr>
        <p:spPr>
          <a:xfrm>
            <a:off x="198539" y="1077587"/>
            <a:ext cx="1191957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definitions of the attributes and methods of an object are organized into a 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Thus, a class is a definition (</a:t>
            </a: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general description)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 a set of similar objects (i.e.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is a definition for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Jane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Mitch,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Sue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You can think of a class as a code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"template"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that can be used to create a particular type of object.</a:t>
            </a: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When a program is running, it can use the class to create</a:t>
            </a: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b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many objects, </a:t>
            </a:r>
            <a:r>
              <a:rPr lang="en-US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reside in the memory,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of a specific type.</a:t>
            </a:r>
          </a:p>
          <a:p>
            <a:pPr marL="628650" lvl="1" indent="-288925">
              <a:spcBef>
                <a:spcPts val="10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object that is created from a class is called an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b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class.</a:t>
            </a:r>
          </a:p>
          <a:p>
            <a:pPr marL="628650" lvl="1" indent="-288925">
              <a:spcBef>
                <a:spcPts val="10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instance of the same class will have the same set of attributes.</a:t>
            </a:r>
          </a:p>
          <a:p>
            <a:pPr marL="628650" lvl="1" indent="-288925">
              <a:spcBef>
                <a:spcPts val="1000"/>
              </a:spcBef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each instance will have its own distinct values for those attributes.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E26A565-2544-4129-A82F-194B072CE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860" y="3445124"/>
            <a:ext cx="4055249" cy="277233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511FAE-B504-A806-B585-7C7375D9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92033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0146A4-E6EF-4DC9-970D-DBC321F3A621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Class Template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F32345-04EB-4966-9305-97081338E83F}"/>
              </a:ext>
            </a:extLst>
          </p:cNvPr>
          <p:cNvSpPr txBox="1">
            <a:spLocks/>
          </p:cNvSpPr>
          <p:nvPr/>
        </p:nvSpPr>
        <p:spPr>
          <a:xfrm>
            <a:off x="177741" y="1140156"/>
            <a:ext cx="5437968" cy="42862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algn="just"/>
            <a:r>
              <a:rPr lang="en-US" sz="22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The state of an object consists of:</a:t>
            </a:r>
            <a:endParaRPr lang="ar-JO" sz="2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F100DA-B55B-4A38-8C9E-BDE09C71A72B}"/>
              </a:ext>
            </a:extLst>
          </p:cNvPr>
          <p:cNvSpPr/>
          <p:nvPr/>
        </p:nvSpPr>
        <p:spPr>
          <a:xfrm>
            <a:off x="1583500" y="3893059"/>
            <a:ext cx="928460" cy="12926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3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method</a:t>
            </a:r>
            <a:r>
              <a:rPr lang="en-US" sz="1300" b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3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algn="l"/>
            <a:r>
              <a:rPr lang="en-US" sz="13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method</a:t>
            </a:r>
            <a:r>
              <a:rPr lang="en-US" sz="1300" b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3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algn="l"/>
            <a:r>
              <a:rPr lang="en-US" sz="13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sz="13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sz="13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r>
              <a:rPr lang="en-US" sz="13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method</a:t>
            </a:r>
            <a:r>
              <a:rPr lang="en-US" sz="1300" b="1" baseline="-250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3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9DB6C9-B47D-4D0F-9D15-23CE09D0BE81}"/>
              </a:ext>
            </a:extLst>
          </p:cNvPr>
          <p:cNvSpPr/>
          <p:nvPr/>
        </p:nvSpPr>
        <p:spPr>
          <a:xfrm>
            <a:off x="4392582" y="4258775"/>
            <a:ext cx="4929222" cy="919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Methods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define what the object does.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83A99-15C2-4446-93D6-995EC73E3A60}"/>
              </a:ext>
            </a:extLst>
          </p:cNvPr>
          <p:cNvSpPr/>
          <p:nvPr/>
        </p:nvSpPr>
        <p:spPr>
          <a:xfrm>
            <a:off x="3999673" y="1820935"/>
            <a:ext cx="69477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 object has both a state (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fields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and behavior (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Methods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:</a:t>
            </a:r>
            <a:endParaRPr lang="en-US" sz="2000" dirty="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E4FE46-AA23-49C0-B427-BF783A797F20}"/>
              </a:ext>
            </a:extLst>
          </p:cNvPr>
          <p:cNvSpPr/>
          <p:nvPr/>
        </p:nvSpPr>
        <p:spPr>
          <a:xfrm>
            <a:off x="4330846" y="2812877"/>
            <a:ext cx="3191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fields 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define the object.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97708" y="1899572"/>
            <a:ext cx="3151998" cy="3350803"/>
            <a:chOff x="1097708" y="1899572"/>
            <a:chExt cx="3151998" cy="3350803"/>
          </a:xfrm>
        </p:grpSpPr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C836C9B-AE59-4C61-A208-CE26B2ED0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5062" y="1899572"/>
              <a:ext cx="2071702" cy="33508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300" b="1" dirty="0">
                  <a:solidFill>
                    <a:srgbClr val="C00000"/>
                  </a:solidFill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Class Name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endParaRPr lang="en-US" sz="13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Attribute</a:t>
              </a:r>
              <a:r>
                <a:rPr lang="en-US" sz="1500" b="1" baseline="-250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: datatype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Attribute</a:t>
              </a:r>
              <a:r>
                <a:rPr lang="en-US" sz="1500" b="1" baseline="-250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: datatype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 err="1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Attribute</a:t>
              </a:r>
              <a:r>
                <a:rPr lang="en-US" sz="1500" b="1" baseline="-25000" dirty="0" err="1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: datatype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endParaRPr lang="en-US" sz="1200" dirty="0">
                <a:solidFill>
                  <a:prstClr val="black"/>
                </a:solidFill>
                <a:latin typeface="Constantia"/>
              </a:endParaRP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endParaRPr lang="en-US" sz="10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endParaRPr>
            </a:p>
          </p:txBody>
        </p:sp>
        <p:cxnSp>
          <p:nvCxnSpPr>
            <p:cNvPr id="10" name="AutoShape 10">
              <a:extLst>
                <a:ext uri="{FF2B5EF4-FFF2-40B4-BE49-F238E27FC236}">
                  <a16:creationId xmlns:a16="http://schemas.microsoft.com/office/drawing/2014/main" id="{0E5C93A9-601B-41C0-A6FD-CF6A12AC68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35062" y="2256763"/>
              <a:ext cx="207170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1" name="AutoShape 11">
              <a:extLst>
                <a:ext uri="{FF2B5EF4-FFF2-40B4-BE49-F238E27FC236}">
                  <a16:creationId xmlns:a16="http://schemas.microsoft.com/office/drawing/2014/main" id="{0E77D0C1-7173-4B45-902D-7BF7BD64F6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35063" y="3994650"/>
              <a:ext cx="208597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BD5F73FB-4674-4FE6-A37E-EA402089FA07}"/>
                </a:ext>
              </a:extLst>
            </p:cNvPr>
            <p:cNvSpPr/>
            <p:nvPr/>
          </p:nvSpPr>
          <p:spPr>
            <a:xfrm>
              <a:off x="3749640" y="2256762"/>
              <a:ext cx="500066" cy="1659329"/>
            </a:xfrm>
            <a:prstGeom prst="rightBrac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1"/>
              <a:endParaRPr lang="en-US">
                <a:solidFill>
                  <a:prstClr val="black"/>
                </a:solidFill>
                <a:latin typeface="Constantia"/>
              </a:endParaRPr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49055146-6126-44B7-97E8-6657B8FF8A50}"/>
                </a:ext>
              </a:extLst>
            </p:cNvPr>
            <p:cNvSpPr/>
            <p:nvPr/>
          </p:nvSpPr>
          <p:spPr>
            <a:xfrm>
              <a:off x="3749640" y="3994650"/>
              <a:ext cx="500066" cy="1255723"/>
            </a:xfrm>
            <a:prstGeom prst="rightBrac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1"/>
              <a:endParaRPr lang="en-US">
                <a:solidFill>
                  <a:prstClr val="black"/>
                </a:solidFill>
                <a:latin typeface="Constantia"/>
              </a:endParaRPr>
            </a:p>
          </p:txBody>
        </p:sp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41CB5BAE-04FB-402F-86B6-0B2B81FF734C}"/>
                </a:ext>
              </a:extLst>
            </p:cNvPr>
            <p:cNvSpPr/>
            <p:nvPr/>
          </p:nvSpPr>
          <p:spPr>
            <a:xfrm>
              <a:off x="1097708" y="1899573"/>
              <a:ext cx="357190" cy="3350800"/>
            </a:xfrm>
            <a:prstGeom prst="leftBrace">
              <a:avLst/>
            </a:prstGeom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1"/>
              <a:endParaRPr lang="en-US" dirty="0">
                <a:solidFill>
                  <a:srgbClr val="C00000"/>
                </a:solidFill>
                <a:latin typeface="Constantia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5FF56FD-7EC7-4A40-A2F0-B44B1FE69AD8}"/>
              </a:ext>
            </a:extLst>
          </p:cNvPr>
          <p:cNvSpPr/>
          <p:nvPr/>
        </p:nvSpPr>
        <p:spPr>
          <a:xfrm>
            <a:off x="96501" y="3233854"/>
            <a:ext cx="1153201" cy="7745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 class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Template</a:t>
            </a:r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61B3DD13-8D77-4E73-B498-5E1347454540}"/>
              </a:ext>
            </a:extLst>
          </p:cNvPr>
          <p:cNvSpPr txBox="1">
            <a:spLocks/>
          </p:cNvSpPr>
          <p:nvPr/>
        </p:nvSpPr>
        <p:spPr>
          <a:xfrm>
            <a:off x="1952596" y="6286521"/>
            <a:ext cx="8286808" cy="43495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sz="1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C6511FAE-B504-A806-B585-7C7375D9BEB9}"/>
              </a:ext>
            </a:extLst>
          </p:cNvPr>
          <p:cNvSpPr txBox="1">
            <a:spLocks/>
          </p:cNvSpPr>
          <p:nvPr/>
        </p:nvSpPr>
        <p:spPr>
          <a:xfrm>
            <a:off x="8786090" y="62461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5800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0146A4-E6EF-4DC9-970D-DBC321F3A621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Class Template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C584733-CCB5-4F06-944B-13B98A0A4372}"/>
              </a:ext>
            </a:extLst>
          </p:cNvPr>
          <p:cNvSpPr txBox="1">
            <a:spLocks/>
          </p:cNvSpPr>
          <p:nvPr/>
        </p:nvSpPr>
        <p:spPr>
          <a:xfrm>
            <a:off x="106754" y="1102290"/>
            <a:ext cx="11247045" cy="42862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algn="just"/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 1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Design the class (Circle) that has (radius), (color) as its attributes:</a:t>
            </a:r>
            <a:endParaRPr lang="ar-JO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B95F64-D250-4FDE-B9EB-F82C3ED464F7}"/>
              </a:ext>
            </a:extLst>
          </p:cNvPr>
          <p:cNvSpPr txBox="1"/>
          <p:nvPr/>
        </p:nvSpPr>
        <p:spPr>
          <a:xfrm>
            <a:off x="805239" y="1689585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Design Phase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83876F-9E84-4D4A-A66F-27AA531FB57D}"/>
              </a:ext>
            </a:extLst>
          </p:cNvPr>
          <p:cNvGrpSpPr/>
          <p:nvPr/>
        </p:nvGrpSpPr>
        <p:grpSpPr>
          <a:xfrm>
            <a:off x="1361041" y="2118213"/>
            <a:ext cx="2071702" cy="1143008"/>
            <a:chOff x="1000100" y="2357430"/>
            <a:chExt cx="2071702" cy="1143008"/>
          </a:xfrm>
        </p:grpSpPr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5C437912-23B6-4913-9D6E-A46392F4D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100" y="2357430"/>
              <a:ext cx="2071702" cy="1143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srgbClr val="C00000"/>
                  </a:solidFill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Circle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endParaRPr lang="en-US" sz="15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radius: double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Color: String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endParaRPr lang="en-US" sz="1200" dirty="0">
                <a:solidFill>
                  <a:prstClr val="black"/>
                </a:solidFill>
                <a:latin typeface="Constantia"/>
              </a:endParaRP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endParaRPr lang="en-US" sz="10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endParaRPr>
            </a:p>
          </p:txBody>
        </p:sp>
        <p:cxnSp>
          <p:nvCxnSpPr>
            <p:cNvPr id="25" name="AutoShape 10">
              <a:extLst>
                <a:ext uri="{FF2B5EF4-FFF2-40B4-BE49-F238E27FC236}">
                  <a16:creationId xmlns:a16="http://schemas.microsoft.com/office/drawing/2014/main" id="{34B76B08-9306-41E6-93BE-739C992A48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2643182"/>
              <a:ext cx="207170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8837858-04FA-4EEC-89A9-82E8F2FB9FB6}"/>
              </a:ext>
            </a:extLst>
          </p:cNvPr>
          <p:cNvSpPr txBox="1"/>
          <p:nvPr/>
        </p:nvSpPr>
        <p:spPr>
          <a:xfrm>
            <a:off x="805239" y="3332659"/>
            <a:ext cx="5092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Implementation (Programming) Phase using Java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D7C772-CB10-451C-A89F-01C725EDF8C5}"/>
              </a:ext>
            </a:extLst>
          </p:cNvPr>
          <p:cNvSpPr/>
          <p:nvPr/>
        </p:nvSpPr>
        <p:spPr>
          <a:xfrm>
            <a:off x="7647585" y="2747571"/>
            <a:ext cx="4350452" cy="507831"/>
          </a:xfrm>
          <a:prstGeom prst="rect">
            <a:avLst/>
          </a:prstGeom>
          <a:ln w="19050"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This class should be saved as (Circle.java).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FC0895-F81D-4E43-881F-7907343046D1}"/>
              </a:ext>
            </a:extLst>
          </p:cNvPr>
          <p:cNvSpPr txBox="1"/>
          <p:nvPr/>
        </p:nvSpPr>
        <p:spPr>
          <a:xfrm>
            <a:off x="3575619" y="1901956"/>
            <a:ext cx="1306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b="1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Class name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96A841-22C8-4C30-8DCB-0770CC3E3AAC}"/>
              </a:ext>
            </a:extLst>
          </p:cNvPr>
          <p:cNvSpPr/>
          <p:nvPr/>
        </p:nvSpPr>
        <p:spPr>
          <a:xfrm>
            <a:off x="7573815" y="4183137"/>
            <a:ext cx="4498110" cy="1338828"/>
          </a:xfrm>
          <a:prstGeom prst="rect">
            <a:avLst/>
          </a:prstGeom>
          <a:ln w="19050">
            <a:solidFill>
              <a:srgbClr val="0070C0"/>
            </a:solidFill>
            <a:prstDash val="dash"/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 class allows the programmer to define all the properties that </a:t>
            </a:r>
            <a:r>
              <a:rPr lang="en-US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internally</a:t>
            </a: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define the state of an object.</a:t>
            </a:r>
          </a:p>
        </p:txBody>
      </p:sp>
      <p:pic>
        <p:nvPicPr>
          <p:cNvPr id="37" name="Picture 3">
            <a:extLst>
              <a:ext uri="{FF2B5EF4-FFF2-40B4-BE49-F238E27FC236}">
                <a16:creationId xmlns:a16="http://schemas.microsoft.com/office/drawing/2014/main" id="{C24B4D28-0AAF-4684-B9BB-1ED115963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9604" y="3761287"/>
            <a:ext cx="4429125" cy="2286016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2" name="Group 1"/>
          <p:cNvGrpSpPr/>
          <p:nvPr/>
        </p:nvGrpSpPr>
        <p:grpSpPr>
          <a:xfrm>
            <a:off x="2361173" y="2261089"/>
            <a:ext cx="5214974" cy="1644662"/>
            <a:chOff x="2361173" y="2261089"/>
            <a:chExt cx="5214974" cy="164466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EC186FE-089B-46EA-9301-61EA624A845A}"/>
                </a:ext>
              </a:extLst>
            </p:cNvPr>
            <p:cNvCxnSpPr/>
            <p:nvPr/>
          </p:nvCxnSpPr>
          <p:spPr>
            <a:xfrm>
              <a:off x="3289867" y="2261089"/>
              <a:ext cx="3429024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97F5AE-85C7-4997-BADD-491527272B82}"/>
                </a:ext>
              </a:extLst>
            </p:cNvPr>
            <p:cNvCxnSpPr/>
            <p:nvPr/>
          </p:nvCxnSpPr>
          <p:spPr>
            <a:xfrm rot="5400000">
              <a:off x="5897354" y="3082626"/>
              <a:ext cx="1643074" cy="1588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39D70F6-EC21-48FB-88CB-98D898A1FA10}"/>
                </a:ext>
              </a:extLst>
            </p:cNvPr>
            <p:cNvCxnSpPr/>
            <p:nvPr/>
          </p:nvCxnSpPr>
          <p:spPr>
            <a:xfrm>
              <a:off x="6718891" y="3045319"/>
              <a:ext cx="857256" cy="1588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45BDB7D-2380-4CC2-B21C-13A7792091BC}"/>
                </a:ext>
              </a:extLst>
            </p:cNvPr>
            <p:cNvCxnSpPr/>
            <p:nvPr/>
          </p:nvCxnSpPr>
          <p:spPr>
            <a:xfrm>
              <a:off x="2361173" y="3904163"/>
              <a:ext cx="4357718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ooter Placeholder 5">
            <a:extLst>
              <a:ext uri="{FF2B5EF4-FFF2-40B4-BE49-F238E27FC236}">
                <a16:creationId xmlns:a16="http://schemas.microsoft.com/office/drawing/2014/main" id="{61B3DD13-8D77-4E73-B498-5E1347454540}"/>
              </a:ext>
            </a:extLst>
          </p:cNvPr>
          <p:cNvSpPr txBox="1">
            <a:spLocks/>
          </p:cNvSpPr>
          <p:nvPr/>
        </p:nvSpPr>
        <p:spPr>
          <a:xfrm>
            <a:off x="1952596" y="6286521"/>
            <a:ext cx="8286808" cy="43495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  <a:endParaRPr lang="ar-JO" sz="1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Slide Number Placeholder 1">
            <a:extLst>
              <a:ext uri="{FF2B5EF4-FFF2-40B4-BE49-F238E27FC236}">
                <a16:creationId xmlns:a16="http://schemas.microsoft.com/office/drawing/2014/main" id="{C6511FAE-B504-A806-B585-7C7375D9BEB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4E568-8F3F-68DD-B1D2-58A8B40BA117}"/>
              </a:ext>
            </a:extLst>
          </p:cNvPr>
          <p:cNvSpPr txBox="1"/>
          <p:nvPr/>
        </p:nvSpPr>
        <p:spPr>
          <a:xfrm>
            <a:off x="1519208" y="4451383"/>
            <a:ext cx="413022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E0EFF"/>
                </a:solidFill>
              </a:rPr>
              <a:t>public class</a:t>
            </a:r>
            <a:r>
              <a:rPr lang="en-US" dirty="0"/>
              <a:t> Circle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0E0EFF"/>
                </a:solidFill>
              </a:rPr>
              <a:t>double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radius</a:t>
            </a:r>
            <a:r>
              <a:rPr lang="en-US" dirty="0"/>
              <a:t>;</a:t>
            </a:r>
          </a:p>
          <a:p>
            <a:r>
              <a:rPr lang="en-US" dirty="0"/>
              <a:t>    String </a:t>
            </a:r>
            <a:r>
              <a:rPr lang="en-US" dirty="0">
                <a:solidFill>
                  <a:srgbClr val="00B050"/>
                </a:solidFill>
              </a:rPr>
              <a:t>color</a:t>
            </a:r>
            <a:r>
              <a:rPr lang="en-US" dirty="0"/>
              <a:t>; 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575487" y="2689717"/>
            <a:ext cx="5000660" cy="2885413"/>
            <a:chOff x="2575487" y="2689717"/>
            <a:chExt cx="5000660" cy="2885413"/>
          </a:xfrm>
        </p:grpSpPr>
        <p:sp>
          <p:nvSpPr>
            <p:cNvPr id="32" name="Right Brace 31">
              <a:extLst>
                <a:ext uri="{FF2B5EF4-FFF2-40B4-BE49-F238E27FC236}">
                  <a16:creationId xmlns:a16="http://schemas.microsoft.com/office/drawing/2014/main" id="{55449A82-5BA8-4530-8260-67B66E82A3C8}"/>
                </a:ext>
              </a:extLst>
            </p:cNvPr>
            <p:cNvSpPr/>
            <p:nvPr/>
          </p:nvSpPr>
          <p:spPr>
            <a:xfrm>
              <a:off x="2575487" y="2689717"/>
              <a:ext cx="500066" cy="428628"/>
            </a:xfrm>
            <a:prstGeom prst="rightBrac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1"/>
              <a:endParaRPr lang="en-US">
                <a:solidFill>
                  <a:prstClr val="black"/>
                </a:solidFill>
                <a:latin typeface="Constantia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3328FD0-D4DB-45EA-8EC6-CB2F92DC91B8}"/>
                </a:ext>
              </a:extLst>
            </p:cNvPr>
            <p:cNvCxnSpPr/>
            <p:nvPr/>
          </p:nvCxnSpPr>
          <p:spPr>
            <a:xfrm>
              <a:off x="3075553" y="2904031"/>
              <a:ext cx="3000396" cy="1588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FF90BFA-C550-4554-AC77-33EBDCE0A3FD}"/>
                </a:ext>
              </a:extLst>
            </p:cNvPr>
            <p:cNvCxnSpPr/>
            <p:nvPr/>
          </p:nvCxnSpPr>
          <p:spPr>
            <a:xfrm rot="5400000">
              <a:off x="4842303" y="4137677"/>
              <a:ext cx="2468880" cy="1588"/>
            </a:xfrm>
            <a:prstGeom prst="line">
              <a:avLst/>
            </a:prstGeom>
            <a:ln w="28575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7D66E50-A80D-480C-BDFD-78BBDD2C2EF0}"/>
                </a:ext>
              </a:extLst>
            </p:cNvPr>
            <p:cNvCxnSpPr/>
            <p:nvPr/>
          </p:nvCxnSpPr>
          <p:spPr>
            <a:xfrm>
              <a:off x="6075949" y="4832857"/>
              <a:ext cx="1500198" cy="1588"/>
            </a:xfrm>
            <a:prstGeom prst="line">
              <a:avLst/>
            </a:prstGeom>
            <a:ln w="28575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35EB12C-C7A3-4E07-B49E-0A717F33BC87}"/>
                </a:ext>
              </a:extLst>
            </p:cNvPr>
            <p:cNvCxnSpPr/>
            <p:nvPr/>
          </p:nvCxnSpPr>
          <p:spPr>
            <a:xfrm>
              <a:off x="3575619" y="5360816"/>
              <a:ext cx="2500330" cy="1588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3E1F42D8-089E-47F8-A1BF-2CD44957CE32}"/>
                </a:ext>
              </a:extLst>
            </p:cNvPr>
            <p:cNvSpPr/>
            <p:nvPr/>
          </p:nvSpPr>
          <p:spPr>
            <a:xfrm>
              <a:off x="3146991" y="5146502"/>
              <a:ext cx="500066" cy="428628"/>
            </a:xfrm>
            <a:prstGeom prst="rightBrac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rtl="1"/>
              <a:endParaRPr lang="en-US" dirty="0">
                <a:solidFill>
                  <a:prstClr val="black"/>
                </a:solidFill>
                <a:latin typeface="Constanti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7408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B2CF109-4772-403E-A0C8-959A3A7A15E5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Class Template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61B3DD13-8D77-4E73-B498-5E134745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52596" y="6286521"/>
            <a:ext cx="8286808" cy="43495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Faculty of Information Technology - Computer Science Department</a:t>
            </a:r>
            <a:endParaRPr kumimoji="0" lang="ar-JO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613AE6-0F1D-4284-96E6-7285F6201993}"/>
              </a:ext>
            </a:extLst>
          </p:cNvPr>
          <p:cNvSpPr txBox="1">
            <a:spLocks/>
          </p:cNvSpPr>
          <p:nvPr/>
        </p:nvSpPr>
        <p:spPr>
          <a:xfrm>
            <a:off x="182256" y="1109449"/>
            <a:ext cx="8501122" cy="42862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 2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 Design the class (Rectangle) that has (length, width) as its attributes.</a:t>
            </a:r>
            <a:endParaRPr lang="ar-JO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4F1091-BB71-4499-932E-602DFB9AE9D4}"/>
              </a:ext>
            </a:extLst>
          </p:cNvPr>
          <p:cNvSpPr txBox="1"/>
          <p:nvPr/>
        </p:nvSpPr>
        <p:spPr>
          <a:xfrm>
            <a:off x="497493" y="1620776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Design Phase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D9B8FD-3D4F-4C73-A8B9-D3450CFD1767}"/>
              </a:ext>
            </a:extLst>
          </p:cNvPr>
          <p:cNvGrpSpPr/>
          <p:nvPr/>
        </p:nvGrpSpPr>
        <p:grpSpPr>
          <a:xfrm>
            <a:off x="578831" y="2021026"/>
            <a:ext cx="2071702" cy="1239410"/>
            <a:chOff x="1000100" y="2357430"/>
            <a:chExt cx="2071702" cy="1143008"/>
          </a:xfrm>
        </p:grpSpPr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ED31FFF2-3253-49BC-9F7C-87DC780FD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100" y="2357430"/>
              <a:ext cx="2071702" cy="1143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srgbClr val="C00000"/>
                  </a:solidFill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Rectangle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endParaRPr lang="en-US" sz="15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length: double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r>
                <a:rPr lang="en-US" sz="15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width: double</a:t>
              </a: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endParaRPr lang="en-US" sz="1500" dirty="0">
                <a:solidFill>
                  <a:prstClr val="black"/>
                </a:solidFill>
                <a:latin typeface="Constantia"/>
              </a:endParaRPr>
            </a:p>
            <a:p>
              <a:pPr fontAlgn="base">
                <a:spcBef>
                  <a:spcPct val="0"/>
                </a:spcBef>
                <a:spcAft>
                  <a:spcPts val="200"/>
                </a:spcAft>
              </a:pPr>
              <a:endParaRPr lang="en-US" sz="1500" dirty="0">
                <a:solidFill>
                  <a:prstClr val="black"/>
                </a:solidFill>
                <a:ea typeface="Arial" pitchFamily="34" charset="0"/>
                <a:cs typeface="Arial" pitchFamily="34" charset="0"/>
              </a:endParaRPr>
            </a:p>
          </p:txBody>
        </p:sp>
        <p:cxnSp>
          <p:nvCxnSpPr>
            <p:cNvPr id="17" name="AutoShape 10">
              <a:extLst>
                <a:ext uri="{FF2B5EF4-FFF2-40B4-BE49-F238E27FC236}">
                  <a16:creationId xmlns:a16="http://schemas.microsoft.com/office/drawing/2014/main" id="{73F12EF4-DF39-41DF-A02D-07CD8F5A33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2643182"/>
              <a:ext cx="2071702" cy="15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C2F76DD-2561-47B7-82E7-3C79D3F74462}"/>
              </a:ext>
            </a:extLst>
          </p:cNvPr>
          <p:cNvSpPr txBox="1"/>
          <p:nvPr/>
        </p:nvSpPr>
        <p:spPr>
          <a:xfrm>
            <a:off x="569291" y="3458675"/>
            <a:ext cx="5092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Implementation (Programming) Phase using Java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694600A0-61AE-4035-A36C-2CA57484B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0127" y="4008695"/>
            <a:ext cx="4791439" cy="227782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3A51D7-1093-4EEF-8BB2-CEDC33B1E54A}"/>
              </a:ext>
            </a:extLst>
          </p:cNvPr>
          <p:cNvSpPr txBox="1">
            <a:spLocks/>
          </p:cNvSpPr>
          <p:nvPr/>
        </p:nvSpPr>
        <p:spPr>
          <a:xfrm>
            <a:off x="6159920" y="1607906"/>
            <a:ext cx="5548708" cy="1723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Exercise :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Design a class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(Person)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that has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(name, age, length, salary, job, weight, and gender)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as its attributes.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BD65B0-2EB1-74B8-2486-E7D4B56F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13257-FD65-68E4-30CD-7304E91720DF}"/>
              </a:ext>
            </a:extLst>
          </p:cNvPr>
          <p:cNvSpPr txBox="1"/>
          <p:nvPr/>
        </p:nvSpPr>
        <p:spPr>
          <a:xfrm>
            <a:off x="1050231" y="4799598"/>
            <a:ext cx="413022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E0EFF"/>
                </a:solidFill>
              </a:rPr>
              <a:t>public class</a:t>
            </a:r>
            <a:r>
              <a:rPr lang="en-US" dirty="0"/>
              <a:t> Rectangle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0E0EFF"/>
                </a:solidFill>
              </a:rPr>
              <a:t>double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length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E0EFF"/>
                </a:solidFill>
              </a:rPr>
              <a:t>    double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width</a:t>
            </a:r>
            <a:r>
              <a:rPr lang="en-US" dirty="0"/>
              <a:t>;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283412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392770" y="1026065"/>
            <a:ext cx="8072494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create an object (instance), we use</a:t>
            </a:r>
            <a:r>
              <a:rPr lang="en-US" sz="2000" dirty="0">
                <a:solidFill>
                  <a:srgbClr val="0A0B0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gt-medium"/>
              </a:rPr>
              <a:t>new</a:t>
            </a:r>
            <a:r>
              <a:rPr lang="en-US" sz="2000" dirty="0">
                <a:solidFill>
                  <a:srgbClr val="0A0B09"/>
                </a:solidFill>
                <a:latin typeface="gt-medium"/>
              </a:rPr>
              <a:t> keyword</a:t>
            </a:r>
          </a:p>
          <a:p>
            <a:pPr marL="342900" indent="-342900" algn="l" rtl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most common and basic way of creating an object in Java.</a:t>
            </a:r>
          </a:p>
          <a:p>
            <a:pPr algn="l" rtl="0"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pPr algn="l" rtl="0">
              <a:lnSpc>
                <a:spcPct val="150000"/>
              </a:lnSpc>
            </a:pP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  <a:p>
            <a:pPr algn="l" rtl="0">
              <a:lnSpc>
                <a:spcPct val="150000"/>
              </a:lnSpc>
            </a:pPr>
            <a:endParaRPr lang="en-US" sz="17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93" y="2549558"/>
            <a:ext cx="5048000" cy="5723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274320" indent="-274320">
              <a:lnSpc>
                <a:spcPct val="90000"/>
              </a:lnSpc>
              <a:spcBef>
                <a:spcPct val="70000"/>
              </a:spcBef>
              <a:buClr>
                <a:srgbClr val="8D89A4"/>
              </a:buClr>
              <a:buSzPct val="95000"/>
              <a:defRPr/>
            </a:pPr>
            <a:r>
              <a:rPr lang="en-US" sz="2000" b="1" dirty="0" err="1">
                <a:solidFill>
                  <a:prstClr val="black"/>
                </a:solidFill>
              </a:rPr>
              <a:t>ClassName</a:t>
            </a:r>
            <a:r>
              <a:rPr lang="en-US" sz="2000" b="1" dirty="0">
                <a:solidFill>
                  <a:prstClr val="black"/>
                </a:solidFill>
              </a:rPr>
              <a:t> </a:t>
            </a:r>
            <a:r>
              <a:rPr lang="en-US" sz="2000" b="1" dirty="0" err="1">
                <a:solidFill>
                  <a:prstClr val="black"/>
                </a:solidFill>
              </a:rPr>
              <a:t>objectName</a:t>
            </a:r>
            <a:r>
              <a:rPr lang="en-US" sz="2000" b="1" dirty="0">
                <a:solidFill>
                  <a:prstClr val="black"/>
                </a:solidFill>
              </a:rPr>
              <a:t> = </a:t>
            </a:r>
            <a:r>
              <a:rPr lang="en-US" sz="2000" b="1" dirty="0">
                <a:solidFill>
                  <a:srgbClr val="0070C0"/>
                </a:solidFill>
              </a:rPr>
              <a:t>new</a:t>
            </a:r>
            <a:r>
              <a:rPr lang="en-US" sz="2000" b="1" dirty="0">
                <a:solidFill>
                  <a:prstClr val="black"/>
                </a:solidFill>
              </a:rPr>
              <a:t> </a:t>
            </a:r>
            <a:r>
              <a:rPr lang="en-US" sz="2000" b="1" dirty="0" err="1">
                <a:solidFill>
                  <a:prstClr val="black"/>
                </a:solidFill>
              </a:rPr>
              <a:t>ClassName</a:t>
            </a:r>
            <a:r>
              <a:rPr lang="en-US" sz="2000" b="1" dirty="0">
                <a:solidFill>
                  <a:prstClr val="black"/>
                </a:solidFill>
              </a:rPr>
              <a:t> () ;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7AA35A-0466-46D6-BB63-739A4B86F05E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Object (Instance) Creation: main class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FA4A6-1FD4-1AEA-0672-A0540718A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714" y="6356350"/>
            <a:ext cx="8072494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E7C97-C3AD-ADA2-293A-E11FB88B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7493" y="3788692"/>
            <a:ext cx="5048000" cy="8566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274320" indent="-274320">
              <a:lnSpc>
                <a:spcPct val="90000"/>
              </a:lnSpc>
              <a:spcBef>
                <a:spcPct val="70000"/>
              </a:spcBef>
              <a:buClr>
                <a:srgbClr val="8D89A4"/>
              </a:buClr>
              <a:buSzPct val="95000"/>
              <a:defRPr/>
            </a:pPr>
            <a:r>
              <a:rPr lang="en-US" sz="2000" b="1" dirty="0" err="1">
                <a:solidFill>
                  <a:prstClr val="black"/>
                </a:solidFill>
              </a:rPr>
              <a:t>ClassName</a:t>
            </a:r>
            <a:r>
              <a:rPr lang="en-US" sz="2000" b="1" dirty="0">
                <a:solidFill>
                  <a:prstClr val="black"/>
                </a:solidFill>
              </a:rPr>
              <a:t> </a:t>
            </a:r>
            <a:r>
              <a:rPr lang="en-US" sz="2000" b="1" dirty="0" err="1">
                <a:solidFill>
                  <a:prstClr val="black"/>
                </a:solidFill>
              </a:rPr>
              <a:t>objectName</a:t>
            </a:r>
            <a:r>
              <a:rPr lang="en-US" sz="2000" b="1" dirty="0">
                <a:solidFill>
                  <a:prstClr val="black"/>
                </a:solidFill>
              </a:rPr>
              <a:t>;</a:t>
            </a:r>
          </a:p>
          <a:p>
            <a:pPr marL="274320" indent="-274320">
              <a:lnSpc>
                <a:spcPct val="90000"/>
              </a:lnSpc>
              <a:spcBef>
                <a:spcPct val="70000"/>
              </a:spcBef>
              <a:buClr>
                <a:srgbClr val="8D89A4"/>
              </a:buClr>
              <a:buSzPct val="95000"/>
              <a:defRPr/>
            </a:pPr>
            <a:r>
              <a:rPr lang="en-US" sz="2000" b="1" dirty="0" err="1">
                <a:solidFill>
                  <a:prstClr val="black"/>
                </a:solidFill>
              </a:rPr>
              <a:t>objectName</a:t>
            </a:r>
            <a:r>
              <a:rPr lang="en-US" sz="2000" b="1" dirty="0">
                <a:solidFill>
                  <a:prstClr val="black"/>
                </a:solidFill>
              </a:rPr>
              <a:t> = </a:t>
            </a:r>
            <a:r>
              <a:rPr lang="en-US" sz="2000" b="1" dirty="0">
                <a:solidFill>
                  <a:srgbClr val="0070C0"/>
                </a:solidFill>
              </a:rPr>
              <a:t>new</a:t>
            </a:r>
            <a:r>
              <a:rPr lang="en-US" sz="2000" b="1" dirty="0">
                <a:solidFill>
                  <a:prstClr val="black"/>
                </a:solidFill>
              </a:rPr>
              <a:t> </a:t>
            </a:r>
            <a:r>
              <a:rPr lang="en-US" sz="2000" b="1" dirty="0" err="1">
                <a:solidFill>
                  <a:prstClr val="black"/>
                </a:solidFill>
              </a:rPr>
              <a:t>ClassName</a:t>
            </a:r>
            <a:r>
              <a:rPr lang="en-US" sz="2000" b="1" dirty="0">
                <a:solidFill>
                  <a:prstClr val="black"/>
                </a:solidFill>
              </a:rPr>
              <a:t> () ;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>
          <a:xfrm>
            <a:off x="232326" y="1023038"/>
            <a:ext cx="104449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2000" b="1" u="sng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create objects</a:t>
            </a:r>
            <a:r>
              <a:rPr lang="en-US" sz="20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from the </a:t>
            </a:r>
            <a:r>
              <a:rPr lang="en-US" sz="2000" b="1" u="sng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Circle class 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 the main method, as follows: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32327" y="4294848"/>
            <a:ext cx="1062302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1313" indent="-341313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"/>
            </a:pP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Line 4: declare a variable named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class. </a:t>
            </a:r>
          </a:p>
          <a:p>
            <a:pPr marL="341313" indent="-341313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"/>
            </a:pP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Line 5: creates an object and assigns its reference (memory address) to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1313" indent="-341313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"/>
            </a:pP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You can write one statement that combines the declaration of an object reference variable, as shown in line 6.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7493" y="1686449"/>
            <a:ext cx="5140989" cy="2372764"/>
          </a:xfrm>
          <a:prstGeom prst="rect">
            <a:avLst/>
          </a:prstGeom>
          <a:ln w="19050" cap="sq">
            <a:solidFill>
              <a:srgbClr val="0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FCD08F5-6D66-450A-96E8-25BD5147A5DB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Object (Instance) Creation: main class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65AD8F-661D-C609-911E-196B0DF7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52503" y="6356350"/>
            <a:ext cx="5458097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A6A4FA-CF6E-DE7F-49BB-110583219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32326" y="3149599"/>
            <a:ext cx="1587238" cy="1477819"/>
            <a:chOff x="232326" y="3094181"/>
            <a:chExt cx="1513347" cy="1533238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232326" y="3094181"/>
              <a:ext cx="151334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41562" y="3094182"/>
              <a:ext cx="0" cy="153323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232326" y="4627418"/>
              <a:ext cx="403743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424872" y="3408582"/>
            <a:ext cx="1487515" cy="1652947"/>
            <a:chOff x="232326" y="3094181"/>
            <a:chExt cx="1513347" cy="1533239"/>
          </a:xfrm>
        </p:grpSpPr>
        <p:cxnSp>
          <p:nvCxnSpPr>
            <p:cNvPr id="27" name="Straight Connector 26"/>
            <p:cNvCxnSpPr/>
            <p:nvPr/>
          </p:nvCxnSpPr>
          <p:spPr>
            <a:xfrm flipH="1">
              <a:off x="232326" y="3094181"/>
              <a:ext cx="1513347" cy="0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41562" y="3094182"/>
              <a:ext cx="0" cy="1533236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232326" y="4627418"/>
              <a:ext cx="234920" cy="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EFEB809-D1EF-0ADE-1D6A-CAE07AABEC13}"/>
              </a:ext>
            </a:extLst>
          </p:cNvPr>
          <p:cNvSpPr txBox="1"/>
          <p:nvPr/>
        </p:nvSpPr>
        <p:spPr>
          <a:xfrm>
            <a:off x="915919" y="2340315"/>
            <a:ext cx="4248263" cy="16927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0E0EFF"/>
                </a:solidFill>
              </a:rPr>
              <a:t>public class</a:t>
            </a:r>
            <a:r>
              <a:rPr lang="en-US" sz="1300" dirty="0"/>
              <a:t> </a:t>
            </a:r>
            <a:r>
              <a:rPr lang="en-US" sz="1300" dirty="0" err="1"/>
              <a:t>NewMain</a:t>
            </a:r>
            <a:r>
              <a:rPr lang="en-US" sz="1300" dirty="0"/>
              <a:t> {</a:t>
            </a:r>
          </a:p>
          <a:p>
            <a:r>
              <a:rPr lang="en-US" sz="1300" dirty="0">
                <a:solidFill>
                  <a:srgbClr val="0E0EFF"/>
                </a:solidFill>
              </a:rPr>
              <a:t>     public static void</a:t>
            </a:r>
            <a:r>
              <a:rPr lang="en-US" sz="1300" dirty="0"/>
              <a:t> main(String[] </a:t>
            </a:r>
            <a:r>
              <a:rPr lang="en-US" sz="1300" dirty="0" err="1"/>
              <a:t>args</a:t>
            </a:r>
            <a:r>
              <a:rPr lang="en-US" sz="1300" dirty="0"/>
              <a:t>)</a:t>
            </a:r>
          </a:p>
          <a:p>
            <a:r>
              <a:rPr lang="en-US" sz="1300" dirty="0"/>
              <a:t>     {</a:t>
            </a:r>
          </a:p>
          <a:p>
            <a:r>
              <a:rPr lang="en-US" sz="1300" dirty="0"/>
              <a:t>           Circle c1;</a:t>
            </a:r>
          </a:p>
          <a:p>
            <a:r>
              <a:rPr lang="en-US" sz="1300" dirty="0"/>
              <a:t>           c1=</a:t>
            </a:r>
            <a:r>
              <a:rPr lang="en-US" sz="1300" dirty="0">
                <a:solidFill>
                  <a:srgbClr val="0E0EFF"/>
                </a:solidFill>
              </a:rPr>
              <a:t> new</a:t>
            </a:r>
            <a:r>
              <a:rPr lang="en-US" sz="1300" dirty="0"/>
              <a:t> Circle();</a:t>
            </a:r>
          </a:p>
          <a:p>
            <a:r>
              <a:rPr lang="en-US" sz="1300" dirty="0"/>
              <a:t>           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</a:rPr>
              <a:t>//Circle c1 = new Circle();</a:t>
            </a:r>
          </a:p>
          <a:p>
            <a:r>
              <a:rPr lang="en-US" sz="1300" dirty="0"/>
              <a:t>     }</a:t>
            </a:r>
          </a:p>
          <a:p>
            <a:r>
              <a:rPr lang="en-US" sz="1300" dirty="0"/>
              <a:t>}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0A22DFE9-8B10-BE6F-B26B-B17B6BC4D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110" y="1715990"/>
            <a:ext cx="4429125" cy="2286016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ABE6B1-8FA7-F985-F818-14196A6768C4}"/>
              </a:ext>
            </a:extLst>
          </p:cNvPr>
          <p:cNvSpPr txBox="1"/>
          <p:nvPr/>
        </p:nvSpPr>
        <p:spPr>
          <a:xfrm>
            <a:off x="6547015" y="2448036"/>
            <a:ext cx="413022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E0EFF"/>
                </a:solidFill>
              </a:rPr>
              <a:t>public class</a:t>
            </a:r>
            <a:r>
              <a:rPr lang="en-US" dirty="0"/>
              <a:t> Circle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0E0EFF"/>
                </a:solidFill>
              </a:rPr>
              <a:t>double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radius</a:t>
            </a:r>
            <a:r>
              <a:rPr lang="en-US" dirty="0"/>
              <a:t>;</a:t>
            </a:r>
          </a:p>
          <a:p>
            <a:r>
              <a:rPr lang="en-US" dirty="0"/>
              <a:t>    String </a:t>
            </a:r>
            <a:r>
              <a:rPr lang="en-US" dirty="0">
                <a:solidFill>
                  <a:srgbClr val="00B050"/>
                </a:solidFill>
              </a:rPr>
              <a:t>color</a:t>
            </a:r>
            <a:r>
              <a:rPr lang="en-US" dirty="0"/>
              <a:t>; 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919655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316" y="1175657"/>
            <a:ext cx="5264078" cy="2788935"/>
          </a:xfrm>
          <a:prstGeom prst="rect">
            <a:avLst/>
          </a:prstGeom>
          <a:ln w="19050" cap="sq">
            <a:solidFill>
              <a:srgbClr val="0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3FC6834F-3198-49DE-8A2A-5EA5F20DC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35" y="3911496"/>
            <a:ext cx="11540802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30188" indent="-230188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"/>
            </a:pP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Line 6: The creation of an object, and the assignment of an object reference to the variable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30188" indent="-230188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"/>
            </a:pP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Circle()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is called the </a:t>
            </a:r>
            <a:r>
              <a:rPr lang="en-US" sz="2000" b="1" u="sng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default constructor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 Its job is to provide default values to all the attributes in the class. In this case, the value or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is 0.0.</a:t>
            </a:r>
          </a:p>
          <a:p>
            <a:pPr marL="230188" indent="-230188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"/>
            </a:pP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Line 7: access the attribute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of the object </a:t>
            </a:r>
            <a:r>
              <a:rPr lang="en-US" sz="20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and assign the value 25 to it. This attribute can be accessed directly since it has a </a:t>
            </a:r>
            <a:r>
              <a:rPr lang="en-US" sz="2000" b="1" dirty="0">
                <a:solidFill>
                  <a:srgbClr val="0E0E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access modifier.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A65C4BC-2E8C-4EB6-AF0D-4ACE1DE5B831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Object (Instance) Creation: main class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389E07-5301-38E9-00A3-7966859E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1" y="6356350"/>
            <a:ext cx="4935582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6F417A-5CA9-65B0-A597-30ABD897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2ACDB-6DB7-E6AE-AC9D-5B5B9EE7B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05146" y="1496954"/>
            <a:ext cx="4429125" cy="2286016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75147F-69FF-2A86-E800-46660DE17A60}"/>
              </a:ext>
            </a:extLst>
          </p:cNvPr>
          <p:cNvSpPr txBox="1"/>
          <p:nvPr/>
        </p:nvSpPr>
        <p:spPr>
          <a:xfrm>
            <a:off x="6134750" y="2187050"/>
            <a:ext cx="413022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E0EFF"/>
                </a:solidFill>
              </a:rPr>
              <a:t>public class</a:t>
            </a:r>
            <a:r>
              <a:rPr lang="en-US" dirty="0"/>
              <a:t> Circle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0E0EFF"/>
                </a:solidFill>
              </a:rPr>
              <a:t>double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radius</a:t>
            </a:r>
            <a:r>
              <a:rPr lang="en-US" dirty="0"/>
              <a:t>;</a:t>
            </a:r>
          </a:p>
          <a:p>
            <a:r>
              <a:rPr lang="en-US" dirty="0"/>
              <a:t>    String </a:t>
            </a:r>
            <a:r>
              <a:rPr lang="en-US" dirty="0">
                <a:solidFill>
                  <a:srgbClr val="00B050"/>
                </a:solidFill>
              </a:rPr>
              <a:t>color</a:t>
            </a:r>
            <a:r>
              <a:rPr lang="en-US" dirty="0"/>
              <a:t>; 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C7B5D-3F49-6448-AA53-590B68D22B74}"/>
              </a:ext>
            </a:extLst>
          </p:cNvPr>
          <p:cNvSpPr txBox="1"/>
          <p:nvPr/>
        </p:nvSpPr>
        <p:spPr>
          <a:xfrm>
            <a:off x="814973" y="1695505"/>
            <a:ext cx="4449091" cy="22159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50" dirty="0">
                <a:solidFill>
                  <a:srgbClr val="0E0EFF"/>
                </a:solidFill>
              </a:rPr>
              <a:t>public class</a:t>
            </a:r>
            <a:r>
              <a:rPr lang="en-US" sz="1150" dirty="0"/>
              <a:t> </a:t>
            </a:r>
            <a:r>
              <a:rPr lang="en-US" sz="1150" dirty="0" err="1"/>
              <a:t>NewMain</a:t>
            </a:r>
            <a:r>
              <a:rPr lang="en-US" sz="1150" dirty="0"/>
              <a:t> {</a:t>
            </a:r>
          </a:p>
          <a:p>
            <a:r>
              <a:rPr lang="en-US" sz="1150" dirty="0">
                <a:solidFill>
                  <a:srgbClr val="0E0EFF"/>
                </a:solidFill>
              </a:rPr>
              <a:t>     public static void</a:t>
            </a:r>
            <a:r>
              <a:rPr lang="en-US" sz="1150" dirty="0"/>
              <a:t> main(String[] </a:t>
            </a:r>
            <a:r>
              <a:rPr lang="en-US" sz="1150" dirty="0" err="1"/>
              <a:t>args</a:t>
            </a:r>
            <a:r>
              <a:rPr lang="en-US" sz="1150" dirty="0"/>
              <a:t>)</a:t>
            </a:r>
          </a:p>
          <a:p>
            <a:r>
              <a:rPr lang="en-US" sz="1150" dirty="0"/>
              <a:t>     {</a:t>
            </a:r>
          </a:p>
          <a:p>
            <a:r>
              <a:rPr lang="en-US" sz="1150" dirty="0"/>
              <a:t>           Circle c1;</a:t>
            </a:r>
          </a:p>
          <a:p>
            <a:r>
              <a:rPr lang="en-US" sz="1150" dirty="0"/>
              <a:t>           c1=</a:t>
            </a:r>
            <a:r>
              <a:rPr lang="en-US" sz="1150" dirty="0">
                <a:solidFill>
                  <a:srgbClr val="0E0EFF"/>
                </a:solidFill>
              </a:rPr>
              <a:t> new</a:t>
            </a:r>
            <a:r>
              <a:rPr lang="en-US" sz="1150" dirty="0"/>
              <a:t> Circle();</a:t>
            </a:r>
          </a:p>
          <a:p>
            <a:r>
              <a:rPr lang="en-US" sz="1150" dirty="0"/>
              <a:t>           Circle c2 = </a:t>
            </a:r>
            <a:r>
              <a:rPr lang="en-US" sz="1150" dirty="0">
                <a:solidFill>
                  <a:srgbClr val="0E0EFF"/>
                </a:solidFill>
              </a:rPr>
              <a:t>new</a:t>
            </a:r>
            <a:r>
              <a:rPr lang="en-US" sz="1150" dirty="0"/>
              <a:t> Circle();</a:t>
            </a:r>
          </a:p>
          <a:p>
            <a:r>
              <a:rPr lang="en-US" sz="1150" dirty="0"/>
              <a:t>           c2.</a:t>
            </a:r>
            <a:r>
              <a:rPr lang="en-US" sz="1150" dirty="0">
                <a:solidFill>
                  <a:srgbClr val="00B050"/>
                </a:solidFill>
              </a:rPr>
              <a:t>radius</a:t>
            </a:r>
            <a:r>
              <a:rPr lang="en-US" sz="1150" dirty="0"/>
              <a:t>=25;</a:t>
            </a:r>
          </a:p>
          <a:p>
            <a:r>
              <a:rPr lang="en-US" sz="1150" dirty="0"/>
              <a:t>           c1.</a:t>
            </a:r>
            <a:r>
              <a:rPr lang="en-US" sz="1150" dirty="0">
                <a:solidFill>
                  <a:srgbClr val="00B050"/>
                </a:solidFill>
              </a:rPr>
              <a:t>color</a:t>
            </a:r>
            <a:r>
              <a:rPr lang="en-US" sz="1150" dirty="0"/>
              <a:t>=</a:t>
            </a:r>
            <a:r>
              <a:rPr lang="en-US" sz="1150" dirty="0">
                <a:solidFill>
                  <a:srgbClr val="FFC000"/>
                </a:solidFill>
              </a:rPr>
              <a:t>“red”</a:t>
            </a:r>
            <a:r>
              <a:rPr lang="en-US" sz="1150" dirty="0"/>
              <a:t>;</a:t>
            </a:r>
          </a:p>
          <a:p>
            <a:r>
              <a:rPr lang="en-US" sz="1150" dirty="0"/>
              <a:t>           </a:t>
            </a:r>
            <a:r>
              <a:rPr lang="en-US" sz="1150" dirty="0" err="1"/>
              <a:t>System.</a:t>
            </a:r>
            <a:r>
              <a:rPr lang="en-US" sz="1150" dirty="0" err="1">
                <a:solidFill>
                  <a:srgbClr val="00B050"/>
                </a:solidFill>
              </a:rPr>
              <a:t>out</a:t>
            </a:r>
            <a:r>
              <a:rPr lang="en-US" sz="1150" dirty="0" err="1"/>
              <a:t>.println</a:t>
            </a:r>
            <a:r>
              <a:rPr lang="en-US" sz="1150" dirty="0"/>
              <a:t>(c2.</a:t>
            </a:r>
            <a:r>
              <a:rPr lang="en-US" sz="1150" dirty="0">
                <a:solidFill>
                  <a:srgbClr val="00B050"/>
                </a:solidFill>
              </a:rPr>
              <a:t>color</a:t>
            </a:r>
            <a:r>
              <a:rPr lang="en-US" sz="1150" dirty="0"/>
              <a:t>);</a:t>
            </a:r>
          </a:p>
          <a:p>
            <a:r>
              <a:rPr lang="en-US" sz="1150" dirty="0"/>
              <a:t>           </a:t>
            </a:r>
            <a:r>
              <a:rPr lang="en-US" sz="1150" dirty="0" err="1"/>
              <a:t>System.</a:t>
            </a:r>
            <a:r>
              <a:rPr lang="en-US" sz="1150" dirty="0" err="1">
                <a:solidFill>
                  <a:srgbClr val="00B050"/>
                </a:solidFill>
              </a:rPr>
              <a:t>out</a:t>
            </a:r>
            <a:r>
              <a:rPr lang="en-US" sz="1150" dirty="0" err="1"/>
              <a:t>.println</a:t>
            </a:r>
            <a:r>
              <a:rPr lang="en-US" sz="1150" dirty="0"/>
              <a:t>(c1.</a:t>
            </a:r>
            <a:r>
              <a:rPr lang="en-US" sz="1150" dirty="0">
                <a:solidFill>
                  <a:srgbClr val="00B050"/>
                </a:solidFill>
              </a:rPr>
              <a:t>color</a:t>
            </a:r>
            <a:r>
              <a:rPr lang="en-US" sz="1150" dirty="0"/>
              <a:t>);</a:t>
            </a:r>
          </a:p>
          <a:p>
            <a:r>
              <a:rPr lang="en-US" sz="1150" dirty="0"/>
              <a:t>     }</a:t>
            </a:r>
          </a:p>
          <a:p>
            <a:r>
              <a:rPr lang="en-US" sz="115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2112724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8817376" y="2411342"/>
            <a:ext cx="2164660" cy="95925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sz="15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is  25.0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sz="15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is  null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</a:pPr>
            <a:endParaRPr lang="en-US" sz="1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6664177" y="1173187"/>
            <a:ext cx="4306398" cy="553998"/>
          </a:xfrm>
          <a:prstGeom prst="rect">
            <a:avLst/>
          </a:prstGeom>
          <a:ln w="19050">
            <a:solidFill>
              <a:srgbClr val="FF0000"/>
            </a:solidFill>
            <a:prstDash val="dash"/>
          </a:ln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</a:pPr>
            <a:r>
              <a:rPr lang="en-US" sz="20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Two objects of the same class</a:t>
            </a:r>
          </a:p>
        </p:txBody>
      </p:sp>
      <p:cxnSp>
        <p:nvCxnSpPr>
          <p:cNvPr id="25609" name="AutoShape 9"/>
          <p:cNvCxnSpPr>
            <a:cxnSpLocks noChangeShapeType="1"/>
          </p:cNvCxnSpPr>
          <p:nvPr/>
        </p:nvCxnSpPr>
        <p:spPr bwMode="auto">
          <a:xfrm rot="16200000" flipH="1">
            <a:off x="7054043" y="2161309"/>
            <a:ext cx="285752" cy="21431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6869602" y="1845365"/>
            <a:ext cx="36260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c1</a:t>
            </a:r>
            <a:endParaRPr lang="en-US" sz="1500" b="1" dirty="0">
              <a:solidFill>
                <a:srgbClr val="FF0000"/>
              </a:solidFill>
              <a:latin typeface="Calibri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6598406" y="2411342"/>
            <a:ext cx="2012194" cy="8965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ea typeface="Arial" pitchFamily="34" charset="0"/>
                <a:cs typeface="Courier New" panose="02070309020205020404" pitchFamily="49" charset="0"/>
              </a:rPr>
              <a:t>radius</a:t>
            </a:r>
            <a:r>
              <a:rPr lang="en-US" sz="15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is  0.0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ea typeface="Arial" pitchFamily="34" charset="0"/>
                <a:cs typeface="Courier New" panose="02070309020205020404" pitchFamily="49" charset="0"/>
              </a:rPr>
              <a:t>color</a:t>
            </a:r>
            <a:r>
              <a:rPr lang="en-US" sz="15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is  red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</a:pPr>
            <a:endParaRPr lang="en-US" sz="1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3" name="AutoShape 9"/>
          <p:cNvCxnSpPr>
            <a:cxnSpLocks noChangeShapeType="1"/>
            <a:endCxn id="25604" idx="0"/>
          </p:cNvCxnSpPr>
          <p:nvPr/>
        </p:nvCxnSpPr>
        <p:spPr bwMode="auto">
          <a:xfrm flipH="1">
            <a:off x="9899706" y="2054152"/>
            <a:ext cx="60678" cy="3571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9800900" y="1791120"/>
            <a:ext cx="36260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c2</a:t>
            </a:r>
            <a:endParaRPr lang="en-US" sz="1500" b="1" dirty="0">
              <a:solidFill>
                <a:srgbClr val="FF0000"/>
              </a:solidFill>
              <a:latin typeface="Calibri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632" y="4486086"/>
            <a:ext cx="4554061" cy="1538285"/>
          </a:xfrm>
          <a:prstGeom prst="rect">
            <a:avLst/>
          </a:prstGeom>
          <a:ln w="19050" cap="sq">
            <a:solidFill>
              <a:srgbClr val="8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FE41C73C-452D-4F82-9675-58CECDFDF9B9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Object </a:t>
            </a:r>
            <a:r>
              <a:rPr lang="en-US" dirty="0">
                <a:solidFill>
                  <a:prstClr val="white"/>
                </a:solidFill>
                <a:latin typeface="Times New Roman" pitchFamily="18" charset="0"/>
                <a:cs typeface="Times New Roman" pitchFamily="18" charset="0"/>
              </a:rPr>
              <a:t>(Instance)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Creation: main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47C501-1090-4B33-81F0-711C69023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034" y="3542812"/>
            <a:ext cx="4040002" cy="261600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99DC63-7F85-753C-D225-9E99ECE8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9339" y="6356350"/>
            <a:ext cx="4839267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23AA7-6DB9-EAB9-4F87-79160767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B24DC4F-DA4C-29AF-7C2D-C8225EB84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175" y="1336576"/>
            <a:ext cx="4829702" cy="2788935"/>
          </a:xfrm>
          <a:prstGeom prst="rect">
            <a:avLst/>
          </a:prstGeom>
          <a:ln w="19050" cap="sq">
            <a:solidFill>
              <a:srgbClr val="000000"/>
            </a:solidFill>
            <a:prstDash val="dash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103C70-7D9D-A7D5-C3FF-DA351897A466}"/>
              </a:ext>
            </a:extLst>
          </p:cNvPr>
          <p:cNvSpPr txBox="1"/>
          <p:nvPr/>
        </p:nvSpPr>
        <p:spPr>
          <a:xfrm>
            <a:off x="667705" y="1856424"/>
            <a:ext cx="4081965" cy="22159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50" dirty="0">
                <a:solidFill>
                  <a:srgbClr val="0E0EFF"/>
                </a:solidFill>
              </a:rPr>
              <a:t>public class</a:t>
            </a:r>
            <a:r>
              <a:rPr lang="en-US" sz="1150" dirty="0"/>
              <a:t> </a:t>
            </a:r>
            <a:r>
              <a:rPr lang="en-US" sz="1150" dirty="0" err="1"/>
              <a:t>NewMain</a:t>
            </a:r>
            <a:r>
              <a:rPr lang="en-US" sz="1150" dirty="0"/>
              <a:t> {</a:t>
            </a:r>
          </a:p>
          <a:p>
            <a:r>
              <a:rPr lang="en-US" sz="1150" dirty="0">
                <a:solidFill>
                  <a:srgbClr val="0E0EFF"/>
                </a:solidFill>
              </a:rPr>
              <a:t>     public static void</a:t>
            </a:r>
            <a:r>
              <a:rPr lang="en-US" sz="1150" dirty="0"/>
              <a:t> main(String[] </a:t>
            </a:r>
            <a:r>
              <a:rPr lang="en-US" sz="1150" dirty="0" err="1"/>
              <a:t>args</a:t>
            </a:r>
            <a:r>
              <a:rPr lang="en-US" sz="1150" dirty="0"/>
              <a:t>)</a:t>
            </a:r>
          </a:p>
          <a:p>
            <a:r>
              <a:rPr lang="en-US" sz="1150" dirty="0"/>
              <a:t>     {</a:t>
            </a:r>
          </a:p>
          <a:p>
            <a:r>
              <a:rPr lang="en-US" sz="1150" dirty="0"/>
              <a:t>           Circle c1;</a:t>
            </a:r>
          </a:p>
          <a:p>
            <a:r>
              <a:rPr lang="en-US" sz="1150" dirty="0"/>
              <a:t>           c1=</a:t>
            </a:r>
            <a:r>
              <a:rPr lang="en-US" sz="1150" dirty="0">
                <a:solidFill>
                  <a:srgbClr val="0E0EFF"/>
                </a:solidFill>
              </a:rPr>
              <a:t> new</a:t>
            </a:r>
            <a:r>
              <a:rPr lang="en-US" sz="1150" dirty="0"/>
              <a:t> Circle();</a:t>
            </a:r>
          </a:p>
          <a:p>
            <a:r>
              <a:rPr lang="en-US" sz="1150" dirty="0"/>
              <a:t>           Circle c2 = </a:t>
            </a:r>
            <a:r>
              <a:rPr lang="en-US" sz="1150" dirty="0">
                <a:solidFill>
                  <a:srgbClr val="0E0EFF"/>
                </a:solidFill>
              </a:rPr>
              <a:t>new</a:t>
            </a:r>
            <a:r>
              <a:rPr lang="en-US" sz="1150" dirty="0"/>
              <a:t> Circle();</a:t>
            </a:r>
          </a:p>
          <a:p>
            <a:r>
              <a:rPr lang="en-US" sz="1150" dirty="0"/>
              <a:t>           c2.</a:t>
            </a:r>
            <a:r>
              <a:rPr lang="en-US" sz="1150" dirty="0">
                <a:solidFill>
                  <a:srgbClr val="00B050"/>
                </a:solidFill>
              </a:rPr>
              <a:t>radius</a:t>
            </a:r>
            <a:r>
              <a:rPr lang="en-US" sz="1150" dirty="0"/>
              <a:t>=25;</a:t>
            </a:r>
          </a:p>
          <a:p>
            <a:r>
              <a:rPr lang="en-US" sz="1150" dirty="0"/>
              <a:t>           c1.</a:t>
            </a:r>
            <a:r>
              <a:rPr lang="en-US" sz="1150" dirty="0">
                <a:solidFill>
                  <a:srgbClr val="00B050"/>
                </a:solidFill>
              </a:rPr>
              <a:t>color</a:t>
            </a:r>
            <a:r>
              <a:rPr lang="en-US" sz="1150" dirty="0"/>
              <a:t>=</a:t>
            </a:r>
            <a:r>
              <a:rPr lang="en-US" sz="1150" dirty="0">
                <a:solidFill>
                  <a:srgbClr val="FFC000"/>
                </a:solidFill>
              </a:rPr>
              <a:t>“red”</a:t>
            </a:r>
            <a:r>
              <a:rPr lang="en-US" sz="1150" dirty="0"/>
              <a:t>;</a:t>
            </a:r>
          </a:p>
          <a:p>
            <a:r>
              <a:rPr lang="en-US" sz="1150" dirty="0"/>
              <a:t>           </a:t>
            </a:r>
            <a:r>
              <a:rPr lang="en-US" sz="1150" dirty="0" err="1"/>
              <a:t>System.</a:t>
            </a:r>
            <a:r>
              <a:rPr lang="en-US" sz="1150" dirty="0" err="1">
                <a:solidFill>
                  <a:srgbClr val="00B050"/>
                </a:solidFill>
              </a:rPr>
              <a:t>out</a:t>
            </a:r>
            <a:r>
              <a:rPr lang="en-US" sz="1150" dirty="0" err="1"/>
              <a:t>.println</a:t>
            </a:r>
            <a:r>
              <a:rPr lang="en-US" sz="1150" dirty="0"/>
              <a:t>(c2.</a:t>
            </a:r>
            <a:r>
              <a:rPr lang="en-US" sz="1150" dirty="0">
                <a:solidFill>
                  <a:srgbClr val="00B050"/>
                </a:solidFill>
              </a:rPr>
              <a:t>color</a:t>
            </a:r>
            <a:r>
              <a:rPr lang="en-US" sz="1150" dirty="0"/>
              <a:t>);</a:t>
            </a:r>
          </a:p>
          <a:p>
            <a:r>
              <a:rPr lang="en-US" sz="1150" dirty="0"/>
              <a:t>           </a:t>
            </a:r>
            <a:r>
              <a:rPr lang="en-US" sz="1150" dirty="0" err="1"/>
              <a:t>System.</a:t>
            </a:r>
            <a:r>
              <a:rPr lang="en-US" sz="1150" dirty="0" err="1">
                <a:solidFill>
                  <a:srgbClr val="00B050"/>
                </a:solidFill>
              </a:rPr>
              <a:t>out</a:t>
            </a:r>
            <a:r>
              <a:rPr lang="en-US" sz="1150" dirty="0" err="1"/>
              <a:t>.println</a:t>
            </a:r>
            <a:r>
              <a:rPr lang="en-US" sz="1150" dirty="0"/>
              <a:t>(c1.</a:t>
            </a:r>
            <a:r>
              <a:rPr lang="en-US" sz="1150" dirty="0">
                <a:solidFill>
                  <a:srgbClr val="00B050"/>
                </a:solidFill>
              </a:rPr>
              <a:t>color</a:t>
            </a:r>
            <a:r>
              <a:rPr lang="en-US" sz="1150" dirty="0"/>
              <a:t>);</a:t>
            </a:r>
          </a:p>
          <a:p>
            <a:r>
              <a:rPr lang="en-US" sz="1150" dirty="0"/>
              <a:t>     }</a:t>
            </a:r>
          </a:p>
          <a:p>
            <a:r>
              <a:rPr lang="en-US" sz="115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151483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E71F07-4866-4C17-85CF-D6CD52142A4F}"/>
              </a:ext>
            </a:extLst>
          </p:cNvPr>
          <p:cNvSpPr txBox="1"/>
          <p:nvPr/>
        </p:nvSpPr>
        <p:spPr>
          <a:xfrm>
            <a:off x="207628" y="1039450"/>
            <a:ext cx="116186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Example 1: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Instantiate an object named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Emp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class with</a:t>
            </a:r>
          </a:p>
          <a:p>
            <a:pPr marL="803275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= “Ali”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gender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= “male”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job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= “Teacher”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50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2CB69-AB7D-48BD-82F2-91A9FA8ABBBA}"/>
              </a:ext>
            </a:extLst>
          </p:cNvPr>
          <p:cNvSpPr txBox="1"/>
          <p:nvPr/>
        </p:nvSpPr>
        <p:spPr>
          <a:xfrm>
            <a:off x="689306" y="3145031"/>
            <a:ext cx="2796390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 class </a:t>
            </a:r>
            <a:r>
              <a:rPr lang="en-US" dirty="0">
                <a:latin typeface="Consolas" panose="020B0609020204030204" pitchFamily="49" charset="0"/>
              </a:rPr>
              <a:t>Person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String name;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ar-JO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ar-JO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String gender;</a:t>
            </a:r>
            <a:r>
              <a:rPr lang="en-US" altLang="en-US" dirty="0">
                <a:latin typeface="Consolas" panose="020B0609020204030204" pitchFamily="49" charset="0"/>
              </a:rPr>
              <a:t>              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String job;</a:t>
            </a:r>
            <a:r>
              <a:rPr lang="en-US" altLang="en-US" dirty="0">
                <a:latin typeface="Consolas" panose="020B0609020204030204" pitchFamily="49" charset="0"/>
              </a:rPr>
              <a:t> 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E0E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age;</a:t>
            </a:r>
          </a:p>
          <a:p>
            <a:pPr algn="l" rtl="0"/>
            <a:r>
              <a:rPr lang="en-US" dirty="0"/>
              <a:t>}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68A5682-148E-410A-8FF2-D16DB29B06D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67373" y="2936593"/>
            <a:ext cx="6068736" cy="331680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dirty="0"/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sz="2000" dirty="0">
                <a:latin typeface="Consolas" panose="020B0609020204030204" pitchFamily="49" charset="0"/>
              </a:rPr>
              <a:t>main(String[] </a:t>
            </a:r>
            <a:r>
              <a:rPr lang="en-US" sz="2000" dirty="0" err="1">
                <a:latin typeface="Consolas" panose="020B0609020204030204" pitchFamily="49" charset="0"/>
              </a:rPr>
              <a:t>args</a:t>
            </a:r>
            <a:r>
              <a:rPr lang="en-US" sz="2000" dirty="0">
                <a:latin typeface="Consolas" panose="020B0609020204030204" pitchFamily="49" charset="0"/>
              </a:rPr>
              <a:t>) 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latin typeface="Consolas" panose="020B0609020204030204" pitchFamily="49" charset="0"/>
              </a:rPr>
              <a:t>Person Emp = </a:t>
            </a:r>
            <a:r>
              <a:rPr lang="en-US" sz="2000" dirty="0">
                <a:solidFill>
                  <a:srgbClr val="0E0E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latin typeface="Consolas" panose="020B0609020204030204" pitchFamily="49" charset="0"/>
              </a:rPr>
              <a:t> Person();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Emp.name = “Ali";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Emp.gender</a:t>
            </a:r>
            <a:r>
              <a:rPr lang="en-US" sz="2000" dirty="0">
                <a:latin typeface="Consolas" panose="020B0609020204030204" pitchFamily="49" charset="0"/>
              </a:rPr>
              <a:t>= “male";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Emp.job</a:t>
            </a:r>
            <a:r>
              <a:rPr lang="en-US" sz="2000" dirty="0">
                <a:latin typeface="Consolas" panose="020B0609020204030204" pitchFamily="49" charset="0"/>
              </a:rPr>
              <a:t>= “Teacher";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Emp.age</a:t>
            </a:r>
            <a:r>
              <a:rPr lang="en-US" sz="2000" dirty="0">
                <a:latin typeface="Consolas" panose="020B0609020204030204" pitchFamily="49" charset="0"/>
              </a:rPr>
              <a:t>= 50;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E19B0-BB5A-9D04-96D5-3ECFF821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8629" y="6423385"/>
            <a:ext cx="5686697" cy="298090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2E7EDF-412F-9626-3ADD-CC45CE52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7AA35A-0466-46D6-BB63-739A4B86F05E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Object (Instance) Creation: main class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Cont’d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57100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EF8D-D031-60BE-1FD8-1F76BC8F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04088"/>
            <a:ext cx="8229600" cy="2766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Object Creation: main class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4761-BE48-FA35-C807-321F55E7D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93" y="3164619"/>
            <a:ext cx="3327887" cy="1868992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latin typeface="Consolas" panose="020B0609020204030204" pitchFamily="49" charset="0"/>
              </a:rPr>
              <a:t>Rectangle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int </a:t>
            </a:r>
            <a:r>
              <a:rPr lang="en-US" sz="1800" dirty="0">
                <a:latin typeface="Consolas" panose="020B0609020204030204" pitchFamily="49" charset="0"/>
              </a:rPr>
              <a:t>width;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int </a:t>
            </a:r>
            <a:r>
              <a:rPr lang="en-US" sz="1800" dirty="0">
                <a:latin typeface="Consolas" panose="020B0609020204030204" pitchFamily="49" charset="0"/>
              </a:rPr>
              <a:t>length;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latin typeface="Consolas" panose="020B0609020204030204" pitchFamily="49" charset="0"/>
              </a:rPr>
              <a:t>String color;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BCC6A-6E74-D027-85B7-763F80B9A506}"/>
              </a:ext>
            </a:extLst>
          </p:cNvPr>
          <p:cNvSpPr txBox="1"/>
          <p:nvPr/>
        </p:nvSpPr>
        <p:spPr>
          <a:xfrm>
            <a:off x="275079" y="1049244"/>
            <a:ext cx="119169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Instantiate an object named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redRectangle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Rectangle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with: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10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=“red” 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B644357-79EA-4C9F-7EC6-9AA47F8F7A88}"/>
              </a:ext>
            </a:extLst>
          </p:cNvPr>
          <p:cNvSpPr txBox="1">
            <a:spLocks/>
          </p:cNvSpPr>
          <p:nvPr/>
        </p:nvSpPr>
        <p:spPr>
          <a:xfrm>
            <a:off x="4110973" y="3157090"/>
            <a:ext cx="7815183" cy="276383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>
            <a:lvl1pPr marL="274320" indent="-274320" algn="r" rtl="1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r" rtl="1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r" rtl="1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r" rtl="1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r" rtl="1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r" rtl="1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r" rtl="1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r" rtl="1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dirty="0"/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sz="1800" dirty="0">
                <a:latin typeface="Consolas" panose="020B0609020204030204" pitchFamily="49" charset="0"/>
              </a:rPr>
              <a:t>main(String[] </a:t>
            </a:r>
            <a:r>
              <a:rPr lang="en-US" sz="1800" dirty="0" err="1">
                <a:latin typeface="Consolas" panose="020B0609020204030204" pitchFamily="49" charset="0"/>
              </a:rPr>
              <a:t>args</a:t>
            </a:r>
            <a:r>
              <a:rPr lang="en-US" sz="1800" dirty="0">
                <a:latin typeface="Consolas" panose="020B0609020204030204" pitchFamily="49" charset="0"/>
              </a:rPr>
              <a:t>) {</a:t>
            </a:r>
          </a:p>
          <a:p>
            <a:pPr marL="0" indent="0" algn="l" rtl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latin typeface="Consolas" panose="020B0609020204030204" pitchFamily="49" charset="0"/>
              </a:rPr>
              <a:t>Rectangle </a:t>
            </a:r>
            <a:r>
              <a:rPr lang="en-US" sz="1800" dirty="0" err="1">
                <a:latin typeface="Consolas" panose="020B0609020204030204" pitchFamily="49" charset="0"/>
              </a:rPr>
              <a:t>redRectangle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E0E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</a:rPr>
              <a:t> Rectangle();</a:t>
            </a:r>
          </a:p>
          <a:p>
            <a:pPr marL="0" indent="0" algn="l" rtl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redRectangle.width</a:t>
            </a:r>
            <a:r>
              <a:rPr lang="en-US" sz="1800" dirty="0">
                <a:latin typeface="Consolas" panose="020B0609020204030204" pitchFamily="49" charset="0"/>
              </a:rPr>
              <a:t> = 5;</a:t>
            </a:r>
          </a:p>
          <a:p>
            <a:pPr marL="0" indent="0" algn="l" rtl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redRectangle.length</a:t>
            </a:r>
            <a:r>
              <a:rPr lang="en-US" sz="1800" dirty="0">
                <a:latin typeface="Consolas" panose="020B0609020204030204" pitchFamily="49" charset="0"/>
              </a:rPr>
              <a:t>= 10;</a:t>
            </a:r>
          </a:p>
          <a:p>
            <a:pPr marL="0" indent="0" algn="l" rtl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redRectangle.color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“red”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1141413" indent="-1141413" algn="l" rtl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System.out.print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redRectangle.width</a:t>
            </a:r>
            <a:r>
              <a:rPr lang="en-US" sz="1800" dirty="0">
                <a:latin typeface="Consolas" panose="020B0609020204030204" pitchFamily="49" charset="0"/>
              </a:rPr>
              <a:t> +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“:”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800" dirty="0" err="1">
                <a:latin typeface="Consolas" panose="020B0609020204030204" pitchFamily="49" charset="0"/>
              </a:rPr>
              <a:t>redRectangle.length</a:t>
            </a:r>
            <a:r>
              <a:rPr lang="en-US" sz="1800" dirty="0">
                <a:latin typeface="Consolas" panose="020B0609020204030204" pitchFamily="49" charset="0"/>
              </a:rPr>
              <a:t> +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“:”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redRectangle.color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 algn="l" rtl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}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71764-65EB-2CEA-8C76-F9271C9B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9554" y="6356350"/>
            <a:ext cx="5329646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2BEE9-E9D7-D67D-C20F-F08F1CEE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7AA35A-0466-46D6-BB63-739A4B86F05E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Object (Instance) Creation: main class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Cont’d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350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E71F07-4866-4C17-85CF-D6CD52142A4F}"/>
              </a:ext>
            </a:extLst>
          </p:cNvPr>
          <p:cNvSpPr txBox="1"/>
          <p:nvPr/>
        </p:nvSpPr>
        <p:spPr>
          <a:xfrm>
            <a:off x="101596" y="970972"/>
            <a:ext cx="9615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Example 3: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What is the output of the following code: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2CB69-AB7D-48BD-82F2-91A9FA8ABBBA}"/>
              </a:ext>
            </a:extLst>
          </p:cNvPr>
          <p:cNvSpPr txBox="1"/>
          <p:nvPr/>
        </p:nvSpPr>
        <p:spPr>
          <a:xfrm>
            <a:off x="2228615" y="1914177"/>
            <a:ext cx="2796390" cy="2031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 class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 name;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ar-J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ar-J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 gender;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String job;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0E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age;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68A5682-148E-410A-8FF2-D16DB29B06D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761372" y="1448834"/>
            <a:ext cx="6068736" cy="45325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dirty="0"/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sz="2000" dirty="0">
                <a:latin typeface="Consolas" panose="020B0609020204030204" pitchFamily="49" charset="0"/>
              </a:rPr>
              <a:t>main(String[] </a:t>
            </a:r>
            <a:r>
              <a:rPr lang="en-US" sz="2000" dirty="0" err="1">
                <a:latin typeface="Consolas" panose="020B0609020204030204" pitchFamily="49" charset="0"/>
              </a:rPr>
              <a:t>args</a:t>
            </a:r>
            <a:r>
              <a:rPr lang="en-US" sz="2000" dirty="0">
                <a:latin typeface="Consolas" panose="020B0609020204030204" pitchFamily="49" charset="0"/>
              </a:rPr>
              <a:t>) {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    </a:t>
            </a:r>
            <a:r>
              <a:rPr lang="en-US" sz="2000" dirty="0">
                <a:latin typeface="Consolas" panose="020B0609020204030204" pitchFamily="49" charset="0"/>
              </a:rPr>
              <a:t>Person Emp;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Emp.name = “Ali";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Emp.age</a:t>
            </a:r>
            <a:r>
              <a:rPr lang="en-US" sz="2000" dirty="0">
                <a:latin typeface="Consolas" panose="020B0609020204030204" pitchFamily="49" charset="0"/>
              </a:rPr>
              <a:t>= 50;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Emp.gender</a:t>
            </a:r>
            <a:r>
              <a:rPr lang="en-US" sz="2000" dirty="0">
                <a:latin typeface="Consolas" panose="020B0609020204030204" pitchFamily="49" charset="0"/>
              </a:rPr>
              <a:t>= “male";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Emp.job</a:t>
            </a:r>
            <a:r>
              <a:rPr lang="en-US" sz="2000" dirty="0">
                <a:latin typeface="Consolas" panose="020B0609020204030204" pitchFamily="49" charset="0"/>
              </a:rPr>
              <a:t>= “Teacher";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System.out.println(Emp.name); 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System.out.println(</a:t>
            </a:r>
            <a:r>
              <a:rPr lang="en-US" sz="2000" dirty="0" err="1">
                <a:latin typeface="Consolas" panose="020B0609020204030204" pitchFamily="49" charset="0"/>
              </a:rPr>
              <a:t>Emp.age</a:t>
            </a:r>
            <a:r>
              <a:rPr lang="en-US" sz="2000" dirty="0">
                <a:latin typeface="Consolas" panose="020B0609020204030204" pitchFamily="49" charset="0"/>
              </a:rPr>
              <a:t>); 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System.out.println(</a:t>
            </a:r>
            <a:r>
              <a:rPr lang="en-US" sz="2000" dirty="0" err="1">
                <a:latin typeface="Consolas" panose="020B0609020204030204" pitchFamily="49" charset="0"/>
              </a:rPr>
              <a:t>Emp.gender</a:t>
            </a:r>
            <a:r>
              <a:rPr lang="en-US" sz="2000" dirty="0">
                <a:latin typeface="Consolas" panose="020B0609020204030204" pitchFamily="49" charset="0"/>
              </a:rPr>
              <a:t>); 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System.out.println(</a:t>
            </a:r>
            <a:r>
              <a:rPr lang="en-US" sz="2000" dirty="0" err="1">
                <a:latin typeface="Consolas" panose="020B0609020204030204" pitchFamily="49" charset="0"/>
              </a:rPr>
              <a:t>Emp.job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marL="0" indent="0" eaLnBrk="0" fontAlgn="base" hangingPunct="0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</a:p>
        </p:txBody>
      </p:sp>
      <p:sp>
        <p:nvSpPr>
          <p:cNvPr id="12" name="Right Arrow 8">
            <a:extLst>
              <a:ext uri="{FF2B5EF4-FFF2-40B4-BE49-F238E27FC236}">
                <a16:creationId xmlns:a16="http://schemas.microsoft.com/office/drawing/2014/main" id="{F4626217-2C89-41D3-9704-47683389C810}"/>
              </a:ext>
            </a:extLst>
          </p:cNvPr>
          <p:cNvSpPr/>
          <p:nvPr/>
        </p:nvSpPr>
        <p:spPr>
          <a:xfrm>
            <a:off x="174262" y="5197975"/>
            <a:ext cx="2041236" cy="6355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output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005C3-5E40-45B3-BA53-57D4D288A7ED}"/>
              </a:ext>
            </a:extLst>
          </p:cNvPr>
          <p:cNvSpPr txBox="1"/>
          <p:nvPr/>
        </p:nvSpPr>
        <p:spPr>
          <a:xfrm>
            <a:off x="2411835" y="4806560"/>
            <a:ext cx="2613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Run Time Error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because </a:t>
            </a:r>
            <a:r>
              <a:rPr lang="en-US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Emp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refer to null </a:t>
            </a:r>
            <a:endParaRPr lang="en-GB" dirty="0"/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5E1DB2A8-6E65-46B0-B2A3-F5D8BE6DBE4C}"/>
              </a:ext>
            </a:extLst>
          </p:cNvPr>
          <p:cNvGrpSpPr>
            <a:grpSpLocks/>
          </p:cNvGrpSpPr>
          <p:nvPr/>
        </p:nvGrpSpPr>
        <p:grpSpPr bwMode="auto">
          <a:xfrm>
            <a:off x="2411835" y="5667618"/>
            <a:ext cx="1381125" cy="313739"/>
            <a:chOff x="5655" y="7703"/>
            <a:chExt cx="2175" cy="420"/>
          </a:xfrm>
        </p:grpSpPr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DFF7E818-08BA-4280-83F2-91CCA4A78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5" y="7703"/>
              <a:ext cx="144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200" b="1" dirty="0"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Emp</a:t>
              </a:r>
              <a:endParaRPr lang="en-US" sz="1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7" name="AutoShape 9">
              <a:extLst>
                <a:ext uri="{FF2B5EF4-FFF2-40B4-BE49-F238E27FC236}">
                  <a16:creationId xmlns:a16="http://schemas.microsoft.com/office/drawing/2014/main" id="{F8C3DAD3-7020-44F0-B054-51626D4469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95" y="7905"/>
              <a:ext cx="73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2F272A4-945E-456D-B8AA-57856A38D906}"/>
              </a:ext>
            </a:extLst>
          </p:cNvPr>
          <p:cNvSpPr/>
          <p:nvPr/>
        </p:nvSpPr>
        <p:spPr>
          <a:xfrm>
            <a:off x="3797904" y="5667618"/>
            <a:ext cx="1087605" cy="313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GB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00C3D9-336A-49A1-B308-DE22EBC6A069}"/>
              </a:ext>
            </a:extLst>
          </p:cNvPr>
          <p:cNvSpPr/>
          <p:nvPr/>
        </p:nvSpPr>
        <p:spPr>
          <a:xfrm>
            <a:off x="2340529" y="4681057"/>
            <a:ext cx="2910980" cy="166940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A9B034-225B-4AFD-978F-0DF2A7AE4251}"/>
              </a:ext>
            </a:extLst>
          </p:cNvPr>
          <p:cNvSpPr/>
          <p:nvPr/>
        </p:nvSpPr>
        <p:spPr>
          <a:xfrm>
            <a:off x="6882467" y="1914177"/>
            <a:ext cx="1728133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933A44-C8A8-ADB4-4701-B9D4F0064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5445"/>
            <a:ext cx="4593672" cy="256030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AD256D-8ADE-BB41-EF72-A8535FAC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E7AA35A-0466-46D6-BB63-739A4B86F05E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Object (Instance) Creation: main class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Cont’d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446981" y="2576396"/>
            <a:ext cx="435485" cy="2876493"/>
            <a:chOff x="5295229" y="2576396"/>
            <a:chExt cx="1587238" cy="2876493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5295229" y="2576396"/>
              <a:ext cx="158723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304916" y="2576398"/>
              <a:ext cx="0" cy="287649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5295229" y="5452889"/>
              <a:ext cx="158723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Arrow Connector 10"/>
          <p:cNvCxnSpPr/>
          <p:nvPr/>
        </p:nvCxnSpPr>
        <p:spPr>
          <a:xfrm flipH="1">
            <a:off x="5251510" y="3945502"/>
            <a:ext cx="1195471" cy="8610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9001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8" grpId="0" animBg="1"/>
      <p:bldP spid="5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E71F07-4866-4C17-85CF-D6CD52142A4F}"/>
              </a:ext>
            </a:extLst>
          </p:cNvPr>
          <p:cNvSpPr txBox="1"/>
          <p:nvPr/>
        </p:nvSpPr>
        <p:spPr>
          <a:xfrm>
            <a:off x="166251" y="970972"/>
            <a:ext cx="9615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4: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What is the output of the following code: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BFB473-D197-4FAB-8A00-351F3ECE4F65}"/>
              </a:ext>
            </a:extLst>
          </p:cNvPr>
          <p:cNvSpPr txBox="1"/>
          <p:nvPr/>
        </p:nvSpPr>
        <p:spPr>
          <a:xfrm>
            <a:off x="398477" y="1639711"/>
            <a:ext cx="6149130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E0EFF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latin typeface="Consolas" panose="020B0609020204030204" pitchFamily="49" charset="0"/>
              </a:rPr>
              <a:t>Circle {</a:t>
            </a:r>
            <a:endParaRPr lang="ar-JO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ar-JO" sz="1800" dirty="0">
                <a:latin typeface="Consolas" panose="020B0609020204030204" pitchFamily="49" charset="0"/>
              </a:rPr>
              <a:t>     </a:t>
            </a: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E0EFF"/>
                </a:solidFill>
                <a:latin typeface="Consolas" panose="020B0609020204030204" pitchFamily="49" charset="0"/>
              </a:rPr>
              <a:t>double</a:t>
            </a:r>
            <a:r>
              <a:rPr lang="en-US" sz="1800" dirty="0">
                <a:latin typeface="Consolas" panose="020B0609020204030204" pitchFamily="49" charset="0"/>
              </a:rPr>
              <a:t> radius; </a:t>
            </a:r>
            <a:endParaRPr lang="ar-JO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ar-JO" sz="1800" dirty="0">
                <a:latin typeface="Consolas" panose="020B0609020204030204" pitchFamily="49" charset="0"/>
              </a:rPr>
              <a:t>   </a:t>
            </a:r>
            <a:r>
              <a:rPr lang="en-US" sz="1800" dirty="0">
                <a:latin typeface="Consolas" panose="020B0609020204030204" pitchFamily="49" charset="0"/>
              </a:rPr>
              <a:t>   String color;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E0EFF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sz="1800" dirty="0">
                <a:latin typeface="Consolas" panose="020B0609020204030204" pitchFamily="49" charset="0"/>
              </a:rPr>
              <a:t>main(String[] </a:t>
            </a:r>
            <a:r>
              <a:rPr lang="en-US" sz="1800" dirty="0" err="1">
                <a:latin typeface="Consolas" panose="020B0609020204030204" pitchFamily="49" charset="0"/>
              </a:rPr>
              <a:t>args</a:t>
            </a:r>
            <a:r>
              <a:rPr lang="en-US" sz="18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Circle c1 = new Circle();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Circle c2 = new Circle();</a:t>
            </a:r>
          </a:p>
          <a:p>
            <a:pPr marL="0" indent="0" fontAlgn="base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c1.radius = 2.5;</a:t>
            </a:r>
          </a:p>
          <a:p>
            <a:pPr marL="0" indent="0" fontAlgn="base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c1.color = “red’;</a:t>
            </a:r>
          </a:p>
          <a:p>
            <a:pPr marL="0" indent="0" fontAlgn="base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c2.radius= 73.5;</a:t>
            </a:r>
          </a:p>
          <a:p>
            <a:pPr marL="0" indent="0" fontAlgn="base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latin typeface="Consolas" panose="020B0609020204030204" pitchFamily="49" charset="0"/>
              </a:rPr>
              <a:t>(c1.radius);</a:t>
            </a:r>
          </a:p>
          <a:p>
            <a:pPr marL="0" indent="0" fontAlgn="base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latin typeface="Consolas" panose="020B0609020204030204" pitchFamily="49" charset="0"/>
              </a:rPr>
              <a:t>(c1.color); </a:t>
            </a:r>
          </a:p>
          <a:p>
            <a:pPr marL="0" indent="0" fontAlgn="base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latin typeface="Consolas" panose="020B0609020204030204" pitchFamily="49" charset="0"/>
              </a:rPr>
              <a:t>(c2.radius); </a:t>
            </a:r>
          </a:p>
          <a:p>
            <a:pPr marL="0" indent="0" fontAlgn="base">
              <a:spcAft>
                <a:spcPct val="0"/>
              </a:spcAft>
              <a:buClr>
                <a:schemeClr val="bg2"/>
              </a:buClr>
              <a:buSzPct val="50000"/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System.out.println</a:t>
            </a:r>
            <a:r>
              <a:rPr lang="en-US" sz="1800" dirty="0">
                <a:latin typeface="Consolas" panose="020B0609020204030204" pitchFamily="49" charset="0"/>
              </a:rPr>
              <a:t>(c2.color);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E51AC808-E498-4485-81B2-D099B9C38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9119" y="2143116"/>
            <a:ext cx="2081753" cy="1143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radius</a:t>
            </a:r>
            <a:r>
              <a:rPr lang="en-US" sz="15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is 73.5 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sz="15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is  null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</a:pPr>
            <a:endParaRPr lang="en-US" sz="1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2" name="AutoShape 9">
            <a:extLst>
              <a:ext uri="{FF2B5EF4-FFF2-40B4-BE49-F238E27FC236}">
                <a16:creationId xmlns:a16="http://schemas.microsoft.com/office/drawing/2014/main" id="{ED3EF0EB-D8A4-48F8-AE89-0E8211B0DC5D}"/>
              </a:ext>
            </a:extLst>
          </p:cNvPr>
          <p:cNvCxnSpPr>
            <a:cxnSpLocks noChangeShapeType="1"/>
            <a:endCxn id="24" idx="0"/>
          </p:cNvCxnSpPr>
          <p:nvPr/>
        </p:nvCxnSpPr>
        <p:spPr bwMode="auto">
          <a:xfrm>
            <a:off x="7812996" y="1857364"/>
            <a:ext cx="127556" cy="3571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AE1B0D6-2D41-4FB2-A73F-62035E6CE7EA}"/>
              </a:ext>
            </a:extLst>
          </p:cNvPr>
          <p:cNvSpPr/>
          <p:nvPr/>
        </p:nvSpPr>
        <p:spPr>
          <a:xfrm>
            <a:off x="7617865" y="1563468"/>
            <a:ext cx="41549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</a:t>
            </a: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7E254C67-58B5-41CD-8B6C-BA00B1062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745" y="2214554"/>
            <a:ext cx="1989613" cy="10715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ea typeface="Arial" pitchFamily="34" charset="0"/>
                <a:cs typeface="Courier New" panose="02070309020205020404" pitchFamily="49" charset="0"/>
              </a:rPr>
              <a:t>radius</a:t>
            </a:r>
            <a:r>
              <a:rPr lang="en-US" sz="15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is  2.5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sz="1500" dirty="0">
                <a:solidFill>
                  <a:prstClr val="black"/>
                </a:solidFill>
                <a:latin typeface="Calibri" pitchFamily="34" charset="0"/>
                <a:ea typeface="Arial" pitchFamily="34" charset="0"/>
                <a:cs typeface="Arial" pitchFamily="34" charset="0"/>
              </a:rPr>
              <a:t> is  red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</a:pPr>
            <a:endParaRPr lang="en-US" sz="1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AutoShape 9">
            <a:extLst>
              <a:ext uri="{FF2B5EF4-FFF2-40B4-BE49-F238E27FC236}">
                <a16:creationId xmlns:a16="http://schemas.microsoft.com/office/drawing/2014/main" id="{6469DF1B-04FC-433D-8A43-DE235C746227}"/>
              </a:ext>
            </a:extLst>
          </p:cNvPr>
          <p:cNvCxnSpPr>
            <a:cxnSpLocks noChangeShapeType="1"/>
            <a:endCxn id="21" idx="0"/>
          </p:cNvCxnSpPr>
          <p:nvPr/>
        </p:nvCxnSpPr>
        <p:spPr bwMode="auto">
          <a:xfrm flipH="1">
            <a:off x="10559996" y="1785926"/>
            <a:ext cx="102132" cy="3571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B3440F8-4462-4F36-A8CE-A92D1D7CEAA3}"/>
              </a:ext>
            </a:extLst>
          </p:cNvPr>
          <p:cNvSpPr/>
          <p:nvPr/>
        </p:nvSpPr>
        <p:spPr>
          <a:xfrm>
            <a:off x="10504578" y="1524437"/>
            <a:ext cx="41549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1500" b="1" dirty="0">
                <a:solidFill>
                  <a:prstClr val="black"/>
                </a:solidFill>
                <a:latin typeface="Courier New" panose="02070309020205020404" pitchFamily="49" charset="0"/>
                <a:ea typeface="Arial" pitchFamily="34" charset="0"/>
                <a:cs typeface="Courier New" panose="02070309020205020404" pitchFamily="49" charset="0"/>
              </a:rPr>
              <a:t>c2</a:t>
            </a:r>
            <a:endParaRPr lang="en-US" sz="1500" b="1" dirty="0">
              <a:solidFill>
                <a:srgbClr val="FF0000"/>
              </a:solidFill>
              <a:latin typeface="Courier New" panose="02070309020205020404" pitchFamily="49" charset="0"/>
              <a:ea typeface="Arial" pitchFamily="34" charset="0"/>
              <a:cs typeface="Courier New" panose="020703090202050204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0323C0-3B34-4DFF-B59D-5E264703AD87}"/>
              </a:ext>
            </a:extLst>
          </p:cNvPr>
          <p:cNvSpPr txBox="1"/>
          <p:nvPr/>
        </p:nvSpPr>
        <p:spPr>
          <a:xfrm>
            <a:off x="9390560" y="4712497"/>
            <a:ext cx="18795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2.5 </a:t>
            </a:r>
          </a:p>
          <a:p>
            <a:r>
              <a:rPr lang="en-GB" dirty="0"/>
              <a:t>red  </a:t>
            </a:r>
          </a:p>
          <a:p>
            <a:r>
              <a:rPr lang="en-GB" dirty="0"/>
              <a:t>73.5 </a:t>
            </a:r>
          </a:p>
          <a:p>
            <a:r>
              <a:rPr lang="en-GB" dirty="0"/>
              <a:t>null</a:t>
            </a:r>
          </a:p>
        </p:txBody>
      </p:sp>
      <p:sp>
        <p:nvSpPr>
          <p:cNvPr id="28" name="Right Arrow 8">
            <a:extLst>
              <a:ext uri="{FF2B5EF4-FFF2-40B4-BE49-F238E27FC236}">
                <a16:creationId xmlns:a16="http://schemas.microsoft.com/office/drawing/2014/main" id="{2632EF6B-6B70-47BA-8D6E-5DD52EBD6BB1}"/>
              </a:ext>
            </a:extLst>
          </p:cNvPr>
          <p:cNvSpPr/>
          <p:nvPr/>
        </p:nvSpPr>
        <p:spPr>
          <a:xfrm>
            <a:off x="7103526" y="4579378"/>
            <a:ext cx="2041236" cy="6355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output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7EE8A8-AEA8-4519-BC39-165D4714718A}"/>
              </a:ext>
            </a:extLst>
          </p:cNvPr>
          <p:cNvSpPr/>
          <p:nvPr/>
        </p:nvSpPr>
        <p:spPr>
          <a:xfrm>
            <a:off x="6878972" y="4380245"/>
            <a:ext cx="4391133" cy="153258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E14928-6F0D-7D7F-63E0-83C9D953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35977" y="6356350"/>
            <a:ext cx="4693755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C7ABCB-532D-FE3A-3B43-0BA3E386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E7AA35A-0466-46D6-BB63-739A4B86F05E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Object (Instance) Creation: main class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Cont’d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1191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/>
      <p:bldP spid="24" grpId="0" animBg="1"/>
      <p:bldP spid="26" grpId="0"/>
      <p:bldP spid="27" grpId="0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332603"/>
              </p:ext>
            </p:extLst>
          </p:nvPr>
        </p:nvGraphicFramePr>
        <p:xfrm>
          <a:off x="2108186" y="1306966"/>
          <a:ext cx="9245614" cy="375625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765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096">
                <a:tc>
                  <a:txBody>
                    <a:bodyPr/>
                    <a:lstStyle/>
                    <a:p>
                      <a:pPr algn="just" rtl="0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Primitive Types </a:t>
                      </a:r>
                      <a:endParaRPr lang="en-US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Types</a:t>
                      </a:r>
                      <a:endParaRPr lang="en-US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556">
                <a:tc>
                  <a:txBody>
                    <a:bodyPr/>
                    <a:lstStyle/>
                    <a:p>
                      <a:pPr algn="just" rtl="0"/>
                      <a:r>
                        <a:rPr lang="en-GB" b="1" dirty="0"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b="1" dirty="0"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/>
                      <a:r>
                        <a:rPr lang="en-US" sz="1800" b="1" dirty="0">
                          <a:solidFill>
                            <a:srgbClr val="0E0E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var = 10;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Circle c = </a:t>
                      </a:r>
                      <a:r>
                        <a:rPr lang="en-US" sz="1800" b="1" dirty="0">
                          <a:solidFill>
                            <a:srgbClr val="0E0E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Circle ();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855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  <a:endParaRPr lang="en-US" b="1" dirty="0"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 rtl="0"/>
                      <a:endParaRPr lang="en-US" b="1" dirty="0"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variable represents a memory location that holds a value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value is the reference (memory address)to where an object is located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6752">
                <a:tc>
                  <a:txBody>
                    <a:bodyPr/>
                    <a:lstStyle/>
                    <a:p>
                      <a:pPr algn="just" rtl="0"/>
                      <a:r>
                        <a:rPr lang="en-GB" b="1" dirty="0"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US" b="1" dirty="0"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4889987" y="3729382"/>
            <a:ext cx="1285884" cy="428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GB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114530" y="3759030"/>
            <a:ext cx="7030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=</a:t>
            </a:r>
            <a:endParaRPr lang="en-US" b="1" dirty="0"/>
          </a:p>
        </p:txBody>
      </p:sp>
      <p:grpSp>
        <p:nvGrpSpPr>
          <p:cNvPr id="39" name="Group 2"/>
          <p:cNvGrpSpPr>
            <a:grpSpLocks/>
          </p:cNvGrpSpPr>
          <p:nvPr/>
        </p:nvGrpSpPr>
        <p:grpSpPr bwMode="auto">
          <a:xfrm>
            <a:off x="7809363" y="3245164"/>
            <a:ext cx="3301849" cy="1552890"/>
            <a:chOff x="5655" y="6793"/>
            <a:chExt cx="5608" cy="2023"/>
          </a:xfrm>
        </p:grpSpPr>
        <p:sp>
          <p:nvSpPr>
            <p:cNvPr id="40" name="Rectangle 4"/>
            <p:cNvSpPr>
              <a:spLocks noChangeArrowheads="1"/>
            </p:cNvSpPr>
            <p:nvPr/>
          </p:nvSpPr>
          <p:spPr bwMode="auto">
            <a:xfrm>
              <a:off x="5655" y="7703"/>
              <a:ext cx="144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500" b="1" dirty="0">
                  <a:latin typeface="Courier New" panose="02070309020205020404" pitchFamily="49" charset="0"/>
                  <a:ea typeface="Arial" pitchFamily="34" charset="0"/>
                  <a:cs typeface="Courier New" panose="02070309020205020404" pitchFamily="49" charset="0"/>
                </a:rPr>
                <a:t>c</a:t>
              </a:r>
              <a:endParaRPr lang="en-US" sz="15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41" name="Group 5"/>
            <p:cNvGrpSpPr>
              <a:grpSpLocks/>
            </p:cNvGrpSpPr>
            <p:nvPr/>
          </p:nvGrpSpPr>
          <p:grpSpPr bwMode="auto">
            <a:xfrm>
              <a:off x="7830" y="7790"/>
              <a:ext cx="3285" cy="1026"/>
              <a:chOff x="3900" y="2460"/>
              <a:chExt cx="3285" cy="1198"/>
            </a:xfrm>
          </p:grpSpPr>
          <p:sp>
            <p:nvSpPr>
              <p:cNvPr id="45" name="Rectangle 6"/>
              <p:cNvSpPr>
                <a:spLocks noChangeArrowheads="1"/>
              </p:cNvSpPr>
              <p:nvPr/>
            </p:nvSpPr>
            <p:spPr bwMode="auto">
              <a:xfrm>
                <a:off x="3900" y="2460"/>
                <a:ext cx="3285" cy="1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US" sz="1500" b="1" dirty="0">
                    <a:solidFill>
                      <a:srgbClr val="FF0000"/>
                    </a:solidFill>
                    <a:latin typeface="Courier New" panose="02070309020205020404" pitchFamily="49" charset="0"/>
                    <a:ea typeface="Arial" pitchFamily="34" charset="0"/>
                    <a:cs typeface="Courier New" panose="02070309020205020404" pitchFamily="49" charset="0"/>
                  </a:rPr>
                  <a:t>Circle</a:t>
                </a:r>
              </a:p>
              <a:p>
                <a:pPr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US" sz="1500" b="1" dirty="0">
                    <a:latin typeface="Courier New" panose="02070309020205020404" pitchFamily="49" charset="0"/>
                    <a:ea typeface="Arial" pitchFamily="34" charset="0"/>
                    <a:cs typeface="Courier New" panose="02070309020205020404" pitchFamily="49" charset="0"/>
                  </a:rPr>
                  <a:t>radius</a:t>
                </a:r>
                <a:r>
                  <a:rPr lang="en-US" sz="15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=0</a:t>
                </a:r>
              </a:p>
              <a:p>
                <a:pPr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GB" sz="15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color</a:t>
                </a:r>
                <a:r>
                  <a:rPr lang="en-GB" sz="15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= null</a:t>
                </a:r>
                <a:endParaRPr lang="en-US" sz="1500" dirty="0">
                  <a:latin typeface="Arial" pitchFamily="34" charset="0"/>
                  <a:ea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46" name="AutoShape 7"/>
              <p:cNvCxnSpPr>
                <a:cxnSpLocks noChangeShapeType="1"/>
              </p:cNvCxnSpPr>
              <p:nvPr/>
            </p:nvCxnSpPr>
            <p:spPr bwMode="auto">
              <a:xfrm>
                <a:off x="3900" y="2850"/>
                <a:ext cx="328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42" name="AutoShape 9"/>
            <p:cNvCxnSpPr>
              <a:cxnSpLocks noChangeShapeType="1"/>
            </p:cNvCxnSpPr>
            <p:nvPr/>
          </p:nvCxnSpPr>
          <p:spPr bwMode="auto">
            <a:xfrm>
              <a:off x="7095" y="7905"/>
              <a:ext cx="73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6055" y="6793"/>
              <a:ext cx="5208" cy="5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500" dirty="0"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Created using </a:t>
              </a:r>
              <a:r>
                <a:rPr lang="en-US" sz="1500" b="1" dirty="0">
                  <a:solidFill>
                    <a:srgbClr val="0E0EFF"/>
                  </a:solidFill>
                  <a:latin typeface="Courier New" panose="02070309020205020404" pitchFamily="49" charset="0"/>
                  <a:ea typeface="Arial" pitchFamily="34" charset="0"/>
                  <a:cs typeface="Courier New" panose="02070309020205020404" pitchFamily="49" charset="0"/>
                </a:rPr>
                <a:t>new</a:t>
              </a:r>
              <a:r>
                <a:rPr lang="en-US" sz="1500" b="1" dirty="0">
                  <a:latin typeface="Courier New" panose="02070309020205020404" pitchFamily="49" charset="0"/>
                  <a:ea typeface="Arial" pitchFamily="34" charset="0"/>
                  <a:cs typeface="Courier New" panose="02070309020205020404" pitchFamily="49" charset="0"/>
                </a:rPr>
                <a:t> Circle()</a:t>
              </a:r>
              <a:endParaRPr lang="en-US" sz="15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44" name="AutoShape 11"/>
            <p:cNvCxnSpPr>
              <a:cxnSpLocks noChangeShapeType="1"/>
            </p:cNvCxnSpPr>
            <p:nvPr/>
          </p:nvCxnSpPr>
          <p:spPr bwMode="auto">
            <a:xfrm>
              <a:off x="9300" y="7320"/>
              <a:ext cx="0" cy="4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C8435146-D6D0-4669-91EC-F0E15154E240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Primitive Types vs. Reference Types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9C8FF6-701E-FBE6-5F16-0B00C75BA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56350"/>
            <a:ext cx="5343983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8C4C3D-26E5-10A6-F824-2BAD085E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343958"/>
              </p:ext>
            </p:extLst>
          </p:nvPr>
        </p:nvGraphicFramePr>
        <p:xfrm>
          <a:off x="831273" y="1285860"/>
          <a:ext cx="9479569" cy="50006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078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5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417">
                <a:tc>
                  <a:txBody>
                    <a:bodyPr/>
                    <a:lstStyle/>
                    <a:p>
                      <a:pPr algn="just" rtl="0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Primitive Types </a:t>
                      </a:r>
                      <a:endParaRPr lang="en-US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Types</a:t>
                      </a:r>
                      <a:endParaRPr lang="en-US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323">
                <a:tc>
                  <a:txBody>
                    <a:bodyPr/>
                    <a:lstStyle/>
                    <a:p>
                      <a:pPr algn="just" rtl="0"/>
                      <a:r>
                        <a:rPr kumimoji="0" lang="en-GB" b="1" kern="1200" dirty="0"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Example</a:t>
                      </a:r>
                      <a:endParaRPr kumimoji="0" lang="en-US" b="1" kern="1200" dirty="0"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/>
                      <a:r>
                        <a:rPr lang="en-US" sz="1800" b="1" dirty="0">
                          <a:solidFill>
                            <a:srgbClr val="0E0E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var = 10;</a:t>
                      </a:r>
                    </a:p>
                    <a:p>
                      <a:pPr algn="just" rtl="0"/>
                      <a:r>
                        <a:rPr lang="en-GB" sz="1800" b="1" dirty="0">
                          <a:solidFill>
                            <a:srgbClr val="0E0E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GB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GB" sz="18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GB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1;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Circle c = </a:t>
                      </a:r>
                      <a:r>
                        <a:rPr lang="en-US" sz="1800" b="1" dirty="0">
                          <a:solidFill>
                            <a:srgbClr val="0E0E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Circle ();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Circle c1 = </a:t>
                      </a:r>
                      <a:r>
                        <a:rPr lang="en-US" sz="1800" b="1" dirty="0">
                          <a:solidFill>
                            <a:srgbClr val="0E0E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</a:t>
                      </a:r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Circle ();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920">
                <a:tc>
                  <a:txBody>
                    <a:bodyPr/>
                    <a:lstStyle/>
                    <a:p>
                      <a:pPr algn="just" rtl="0"/>
                      <a:r>
                        <a:rPr kumimoji="0" lang="en-GB" b="1" kern="1200" dirty="0"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Assignment value</a:t>
                      </a:r>
                      <a:endParaRPr kumimoji="0" lang="en-US" b="1" kern="1200" dirty="0">
                        <a:solidFill>
                          <a:srgbClr val="8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GB" b="1" dirty="0" err="1">
                          <a:solidFill>
                            <a:srgbClr val="0E0EFF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  <a:r>
                        <a:rPr lang="en-GB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GB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GB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GB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  <a:r>
                        <a:rPr lang="en-GB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pPr algn="l" rtl="0"/>
                      <a:endParaRPr lang="en-GB" dirty="0"/>
                    </a:p>
                    <a:p>
                      <a:pPr algn="l" rtl="0"/>
                      <a:r>
                        <a:rPr kumimoji="0" lang="en-US" sz="1800" b="1" u="sng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kumimoji="0" lang="en-US" sz="1800" b="1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	     </a:t>
                      </a:r>
                      <a:r>
                        <a:rPr kumimoji="0" lang="en-US" sz="1800" b="1" u="sng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After</a:t>
                      </a:r>
                      <a:endParaRPr kumimoji="0" lang="en-US" sz="1800" u="sng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rtl="0"/>
                      <a:r>
                        <a:rPr kumimoji="0" lang="en-US" sz="18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= 1	     </a:t>
                      </a:r>
                      <a:r>
                        <a:rPr kumimoji="0" lang="en-US" sz="18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= 10</a:t>
                      </a:r>
                      <a:endParaRPr kumimoji="0" lang="en-US" sz="18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rtl="0"/>
                      <a:r>
                        <a:rPr kumimoji="0" lang="en-US" sz="18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var</a:t>
                      </a:r>
                      <a:r>
                        <a:rPr kumimoji="0" lang="en-US" sz="1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= 10	     </a:t>
                      </a:r>
                      <a:r>
                        <a:rPr kumimoji="0" lang="en-US" sz="18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var</a:t>
                      </a:r>
                      <a:r>
                        <a:rPr kumimoji="0" lang="en-US" sz="18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= 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800" dirty="0"/>
                        <a:t> </a:t>
                      </a:r>
                      <a:r>
                        <a:rPr kumimoji="0"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c1 = c;</a:t>
                      </a:r>
                    </a:p>
                    <a:p>
                      <a:pPr algn="l" rtl="0"/>
                      <a:r>
                        <a:rPr kumimoji="0" lang="en-US" sz="1800" b="1" u="sng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Before:</a:t>
                      </a:r>
                    </a:p>
                    <a:p>
                      <a:pPr algn="l" rtl="0"/>
                      <a:endParaRPr kumimoji="0" lang="en-GB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rtl="0"/>
                      <a:endParaRPr kumimoji="0" lang="en-GB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rtl="0"/>
                      <a:endParaRPr kumimoji="0" lang="en-GB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rtl="0"/>
                      <a:endParaRPr kumimoji="0" lang="en-GB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rtl="0"/>
                      <a:endParaRPr kumimoji="0" lang="en-GB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rtl="0"/>
                      <a:endParaRPr kumimoji="0" lang="en-GB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rtl="0"/>
                      <a:r>
                        <a:rPr kumimoji="0" lang="en-US" sz="1800" b="1" u="sng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After: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4" name="Group 2"/>
          <p:cNvGrpSpPr>
            <a:grpSpLocks/>
          </p:cNvGrpSpPr>
          <p:nvPr/>
        </p:nvGrpSpPr>
        <p:grpSpPr bwMode="auto">
          <a:xfrm>
            <a:off x="6881818" y="2437317"/>
            <a:ext cx="3214710" cy="880332"/>
            <a:chOff x="5655" y="7703"/>
            <a:chExt cx="5460" cy="1113"/>
          </a:xfrm>
        </p:grpSpPr>
        <p:sp>
          <p:nvSpPr>
            <p:cNvPr id="25" name="Rectangle 4"/>
            <p:cNvSpPr>
              <a:spLocks noChangeArrowheads="1"/>
            </p:cNvSpPr>
            <p:nvPr/>
          </p:nvSpPr>
          <p:spPr bwMode="auto">
            <a:xfrm>
              <a:off x="5655" y="7703"/>
              <a:ext cx="144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500" dirty="0"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c</a:t>
              </a:r>
              <a:endParaRPr lang="en-US" sz="15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6" name="Group 5"/>
            <p:cNvGrpSpPr>
              <a:grpSpLocks/>
            </p:cNvGrpSpPr>
            <p:nvPr/>
          </p:nvGrpSpPr>
          <p:grpSpPr bwMode="auto">
            <a:xfrm>
              <a:off x="7830" y="7790"/>
              <a:ext cx="3285" cy="1026"/>
              <a:chOff x="3900" y="2460"/>
              <a:chExt cx="3285" cy="1198"/>
            </a:xfrm>
          </p:grpSpPr>
          <p:sp>
            <p:nvSpPr>
              <p:cNvPr id="28" name="Rectangle 6"/>
              <p:cNvSpPr>
                <a:spLocks noChangeArrowheads="1"/>
              </p:cNvSpPr>
              <p:nvPr/>
            </p:nvSpPr>
            <p:spPr bwMode="auto">
              <a:xfrm>
                <a:off x="3900" y="2460"/>
                <a:ext cx="3285" cy="1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US" sz="1500" b="1" dirty="0">
                    <a:solidFill>
                      <a:srgbClr val="FF0000"/>
                    </a:solidFill>
                    <a:latin typeface="Courier New" panose="02070309020205020404" pitchFamily="49" charset="0"/>
                    <a:ea typeface="Arial" pitchFamily="34" charset="0"/>
                    <a:cs typeface="Courier New" panose="02070309020205020404" pitchFamily="49" charset="0"/>
                  </a:rPr>
                  <a:t>Circle</a:t>
                </a:r>
              </a:p>
              <a:p>
                <a:pPr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US" sz="15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radius</a:t>
                </a:r>
                <a:r>
                  <a:rPr lang="en-US" sz="15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= 0</a:t>
                </a:r>
              </a:p>
              <a:p>
                <a:pPr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GB" sz="15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color</a:t>
                </a:r>
                <a:r>
                  <a:rPr lang="en-GB" sz="15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= null</a:t>
                </a:r>
                <a:endParaRPr lang="en-US" sz="1500" dirty="0">
                  <a:latin typeface="Arial" pitchFamily="34" charset="0"/>
                  <a:ea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29" name="AutoShape 7"/>
              <p:cNvCxnSpPr>
                <a:cxnSpLocks noChangeShapeType="1"/>
              </p:cNvCxnSpPr>
              <p:nvPr/>
            </p:nvCxnSpPr>
            <p:spPr bwMode="auto">
              <a:xfrm>
                <a:off x="3900" y="2850"/>
                <a:ext cx="328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27" name="AutoShape 9"/>
            <p:cNvCxnSpPr>
              <a:cxnSpLocks noChangeShapeType="1"/>
            </p:cNvCxnSpPr>
            <p:nvPr/>
          </p:nvCxnSpPr>
          <p:spPr bwMode="auto">
            <a:xfrm>
              <a:off x="7095" y="7905"/>
              <a:ext cx="73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30" name="Group 2"/>
          <p:cNvGrpSpPr>
            <a:grpSpLocks/>
          </p:cNvGrpSpPr>
          <p:nvPr/>
        </p:nvGrpSpPr>
        <p:grpSpPr bwMode="auto">
          <a:xfrm>
            <a:off x="6881818" y="3392300"/>
            <a:ext cx="3214710" cy="902070"/>
            <a:chOff x="5655" y="7703"/>
            <a:chExt cx="5460" cy="1113"/>
          </a:xfrm>
        </p:grpSpPr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5655" y="7703"/>
              <a:ext cx="144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500" dirty="0"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c1</a:t>
              </a:r>
              <a:endParaRPr lang="en-US" sz="15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32" name="Group 5"/>
            <p:cNvGrpSpPr>
              <a:grpSpLocks/>
            </p:cNvGrpSpPr>
            <p:nvPr/>
          </p:nvGrpSpPr>
          <p:grpSpPr bwMode="auto">
            <a:xfrm>
              <a:off x="7830" y="7790"/>
              <a:ext cx="3285" cy="1026"/>
              <a:chOff x="3900" y="2460"/>
              <a:chExt cx="3285" cy="1198"/>
            </a:xfrm>
          </p:grpSpPr>
          <p:sp>
            <p:nvSpPr>
              <p:cNvPr id="34" name="Rectangle 6"/>
              <p:cNvSpPr>
                <a:spLocks noChangeArrowheads="1"/>
              </p:cNvSpPr>
              <p:nvPr/>
            </p:nvSpPr>
            <p:spPr bwMode="auto">
              <a:xfrm>
                <a:off x="3900" y="2460"/>
                <a:ext cx="3285" cy="1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US" sz="15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Circle</a:t>
                </a:r>
              </a:p>
              <a:p>
                <a:pPr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US" sz="15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radius</a:t>
                </a:r>
                <a:r>
                  <a:rPr lang="en-US" sz="15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=0</a:t>
                </a:r>
              </a:p>
              <a:p>
                <a:pPr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GB" sz="15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color</a:t>
                </a:r>
                <a:r>
                  <a:rPr lang="en-GB" sz="15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= null</a:t>
                </a:r>
                <a:endParaRPr lang="en-US" sz="1500" dirty="0">
                  <a:latin typeface="Arial" pitchFamily="34" charset="0"/>
                  <a:ea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35" name="AutoShape 7"/>
              <p:cNvCxnSpPr>
                <a:cxnSpLocks noChangeShapeType="1"/>
              </p:cNvCxnSpPr>
              <p:nvPr/>
            </p:nvCxnSpPr>
            <p:spPr bwMode="auto">
              <a:xfrm>
                <a:off x="3900" y="2850"/>
                <a:ext cx="328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33" name="AutoShape 9"/>
            <p:cNvCxnSpPr>
              <a:cxnSpLocks noChangeShapeType="1"/>
            </p:cNvCxnSpPr>
            <p:nvPr/>
          </p:nvCxnSpPr>
          <p:spPr bwMode="auto">
            <a:xfrm>
              <a:off x="7095" y="7905"/>
              <a:ext cx="73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39" name="Group 2"/>
          <p:cNvGrpSpPr>
            <a:grpSpLocks/>
          </p:cNvGrpSpPr>
          <p:nvPr/>
        </p:nvGrpSpPr>
        <p:grpSpPr bwMode="auto">
          <a:xfrm>
            <a:off x="6748466" y="4392587"/>
            <a:ext cx="3214710" cy="880334"/>
            <a:chOff x="5655" y="7703"/>
            <a:chExt cx="5460" cy="1113"/>
          </a:xfrm>
        </p:grpSpPr>
        <p:sp>
          <p:nvSpPr>
            <p:cNvPr id="41" name="Rectangle 4"/>
            <p:cNvSpPr>
              <a:spLocks noChangeArrowheads="1"/>
            </p:cNvSpPr>
            <p:nvPr/>
          </p:nvSpPr>
          <p:spPr bwMode="auto">
            <a:xfrm>
              <a:off x="5655" y="7703"/>
              <a:ext cx="1440" cy="4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ts val="1000"/>
                </a:spcAft>
              </a:pPr>
              <a:r>
                <a:rPr lang="en-US" sz="1500" dirty="0">
                  <a:latin typeface="Times New Roman" pitchFamily="18" charset="0"/>
                  <a:ea typeface="Arial" pitchFamily="34" charset="0"/>
                  <a:cs typeface="Times New Roman" pitchFamily="18" charset="0"/>
                </a:rPr>
                <a:t>c</a:t>
              </a:r>
              <a:endParaRPr lang="en-US" sz="15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7" name="Group 5"/>
            <p:cNvGrpSpPr>
              <a:grpSpLocks/>
            </p:cNvGrpSpPr>
            <p:nvPr/>
          </p:nvGrpSpPr>
          <p:grpSpPr bwMode="auto">
            <a:xfrm>
              <a:off x="7830" y="7790"/>
              <a:ext cx="3285" cy="1026"/>
              <a:chOff x="3900" y="2460"/>
              <a:chExt cx="3285" cy="1198"/>
            </a:xfrm>
          </p:grpSpPr>
          <p:sp>
            <p:nvSpPr>
              <p:cNvPr id="49" name="Rectangle 6"/>
              <p:cNvSpPr>
                <a:spLocks noChangeArrowheads="1"/>
              </p:cNvSpPr>
              <p:nvPr/>
            </p:nvSpPr>
            <p:spPr bwMode="auto">
              <a:xfrm>
                <a:off x="3900" y="2460"/>
                <a:ext cx="3285" cy="119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US" sz="15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Circle</a:t>
                </a:r>
              </a:p>
              <a:p>
                <a:pPr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US" sz="15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radius</a:t>
                </a:r>
                <a:r>
                  <a:rPr lang="en-US" sz="15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=0</a:t>
                </a:r>
              </a:p>
              <a:p>
                <a:pPr fontAlgn="base">
                  <a:spcBef>
                    <a:spcPct val="0"/>
                  </a:spcBef>
                  <a:spcAft>
                    <a:spcPts val="300"/>
                  </a:spcAft>
                </a:pPr>
                <a:r>
                  <a:rPr lang="en-GB" sz="15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color</a:t>
                </a:r>
                <a:r>
                  <a:rPr lang="en-GB" sz="1500" dirty="0">
                    <a:latin typeface="Calibri" pitchFamily="34" charset="0"/>
                    <a:ea typeface="Arial" pitchFamily="34" charset="0"/>
                    <a:cs typeface="Arial" pitchFamily="34" charset="0"/>
                  </a:rPr>
                  <a:t>= null</a:t>
                </a:r>
                <a:endParaRPr lang="en-US" sz="1500" dirty="0">
                  <a:latin typeface="Arial" pitchFamily="34" charset="0"/>
                  <a:ea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0" name="AutoShape 7"/>
              <p:cNvCxnSpPr>
                <a:cxnSpLocks noChangeShapeType="1"/>
              </p:cNvCxnSpPr>
              <p:nvPr/>
            </p:nvCxnSpPr>
            <p:spPr bwMode="auto">
              <a:xfrm>
                <a:off x="3900" y="2850"/>
                <a:ext cx="328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48" name="AutoShape 9"/>
            <p:cNvCxnSpPr>
              <a:cxnSpLocks noChangeShapeType="1"/>
            </p:cNvCxnSpPr>
            <p:nvPr/>
          </p:nvCxnSpPr>
          <p:spPr bwMode="auto">
            <a:xfrm>
              <a:off x="7095" y="7905"/>
              <a:ext cx="73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51" name="Rectangle 4"/>
          <p:cNvSpPr>
            <a:spLocks noChangeArrowheads="1"/>
          </p:cNvSpPr>
          <p:nvPr/>
        </p:nvSpPr>
        <p:spPr bwMode="auto">
          <a:xfrm>
            <a:off x="6748466" y="5143513"/>
            <a:ext cx="847836" cy="27263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sz="1500" dirty="0">
                <a:latin typeface="Times New Roman" pitchFamily="18" charset="0"/>
                <a:ea typeface="Arial" pitchFamily="34" charset="0"/>
                <a:cs typeface="Times New Roman" pitchFamily="18" charset="0"/>
              </a:rPr>
              <a:t>c1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2" name="AutoShape 9"/>
          <p:cNvCxnSpPr>
            <a:cxnSpLocks noChangeShapeType="1"/>
          </p:cNvCxnSpPr>
          <p:nvPr/>
        </p:nvCxnSpPr>
        <p:spPr bwMode="auto">
          <a:xfrm flipV="1">
            <a:off x="7596302" y="5072075"/>
            <a:ext cx="428524" cy="21431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55" name="Rectangle 6"/>
          <p:cNvSpPr>
            <a:spLocks noChangeArrowheads="1"/>
          </p:cNvSpPr>
          <p:nvPr/>
        </p:nvSpPr>
        <p:spPr bwMode="auto">
          <a:xfrm>
            <a:off x="8024827" y="5342752"/>
            <a:ext cx="1934125" cy="92651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300"/>
              </a:spcAft>
            </a:pPr>
            <a:r>
              <a:rPr lang="en-US" sz="15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</a:p>
          <a:p>
            <a:pPr fontAlgn="base">
              <a:spcBef>
                <a:spcPct val="0"/>
              </a:spcBef>
              <a:spcAft>
                <a:spcPts val="300"/>
              </a:spcAft>
            </a:pPr>
            <a:r>
              <a:rPr lang="en-US" sz="1500" b="1" dirty="0">
                <a:latin typeface="Courier New" panose="02070309020205020404" pitchFamily="49" charset="0"/>
                <a:ea typeface="Arial" pitchFamily="34" charset="0"/>
                <a:cs typeface="Courier New" panose="02070309020205020404" pitchFamily="49" charset="0"/>
              </a:rPr>
              <a:t>radius</a:t>
            </a:r>
            <a:r>
              <a:rPr lang="en-US" sz="1500" dirty="0">
                <a:latin typeface="Calibri" pitchFamily="34" charset="0"/>
                <a:ea typeface="Arial" pitchFamily="34" charset="0"/>
                <a:cs typeface="Arial" pitchFamily="34" charset="0"/>
              </a:rPr>
              <a:t>=0</a:t>
            </a:r>
          </a:p>
          <a:p>
            <a:pPr fontAlgn="base">
              <a:spcBef>
                <a:spcPct val="0"/>
              </a:spcBef>
              <a:spcAft>
                <a:spcPts val="300"/>
              </a:spcAft>
            </a:pPr>
            <a:r>
              <a:rPr lang="en-GB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GB" sz="1500" dirty="0">
                <a:latin typeface="Calibri" pitchFamily="34" charset="0"/>
                <a:ea typeface="Arial" pitchFamily="34" charset="0"/>
                <a:cs typeface="Arial" pitchFamily="34" charset="0"/>
              </a:rPr>
              <a:t>= null</a:t>
            </a:r>
            <a:endParaRPr lang="en-US" sz="1500" dirty="0"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cxnSp>
        <p:nvCxnSpPr>
          <p:cNvPr id="56" name="AutoShape 9"/>
          <p:cNvCxnSpPr>
            <a:cxnSpLocks noChangeShapeType="1"/>
          </p:cNvCxnSpPr>
          <p:nvPr/>
        </p:nvCxnSpPr>
        <p:spPr bwMode="auto">
          <a:xfrm>
            <a:off x="7524761" y="5429264"/>
            <a:ext cx="432749" cy="3571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grpSp>
        <p:nvGrpSpPr>
          <p:cNvPr id="62" name="Group 61"/>
          <p:cNvGrpSpPr/>
          <p:nvPr/>
        </p:nvGrpSpPr>
        <p:grpSpPr>
          <a:xfrm rot="3356817">
            <a:off x="7524760" y="5431321"/>
            <a:ext cx="357190" cy="357190"/>
            <a:chOff x="3500430" y="4000504"/>
            <a:chExt cx="357190" cy="357190"/>
          </a:xfrm>
        </p:grpSpPr>
        <p:cxnSp>
          <p:nvCxnSpPr>
            <p:cNvPr id="59" name="Straight Connector 58"/>
            <p:cNvCxnSpPr/>
            <p:nvPr/>
          </p:nvCxnSpPr>
          <p:spPr>
            <a:xfrm rot="5400000">
              <a:off x="3500430" y="4000504"/>
              <a:ext cx="357190" cy="35719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3536149" y="4036223"/>
              <a:ext cx="357190" cy="28575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9A4B6745-FBE9-47CD-8452-6822B235BDDC}"/>
              </a:ext>
            </a:extLst>
          </p:cNvPr>
          <p:cNvSpPr txBox="1">
            <a:spLocks/>
          </p:cNvSpPr>
          <p:nvPr/>
        </p:nvSpPr>
        <p:spPr>
          <a:xfrm>
            <a:off x="497493" y="219651"/>
            <a:ext cx="8436781" cy="653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Primitive Types vs. Reference Types</a:t>
            </a:r>
            <a:endParaRPr lang="ar-JO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CAF91D-53D0-86F5-E14A-861241BDB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9555" y="6356350"/>
            <a:ext cx="5643154" cy="365125"/>
          </a:xfrm>
        </p:spPr>
        <p:txBody>
          <a:bodyPr vert="horz"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Information Technology - Computer Science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3B5D59-97C3-6E2B-D1BD-14704C9A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534C21D5-816B-4C8C-A17B-434F94CBB936}" type="slidenum"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AutoShape 7">
            <a:extLst>
              <a:ext uri="{FF2B5EF4-FFF2-40B4-BE49-F238E27FC236}">
                <a16:creationId xmlns:a16="http://schemas.microsoft.com/office/drawing/2014/main" id="{71C8CAD0-F4C1-EC45-5126-7651F3D198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24826" y="5641267"/>
            <a:ext cx="193412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</p:spTree>
  </p:cSld>
  <p:clrMapOvr>
    <a:masterClrMapping/>
  </p:clrMapOvr>
  <p:transition/>
</p:sld>
</file>

<file path=ppt/theme/theme1.xml><?xml version="1.0" encoding="utf-8"?>
<a:theme xmlns:a="http://schemas.openxmlformats.org/drawingml/2006/main" name="ZU -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U - Theme" id="{25897C2A-563F-4EEE-98A8-BE7B6DDDF5FB}" vid="{7102B1C6-D57E-4303-8E16-CF7DA832BB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ZU - Theme</Template>
  <TotalTime>6501</TotalTime>
  <Words>2383</Words>
  <Application>Microsoft Office PowerPoint</Application>
  <PresentationFormat>Widescreen</PresentationFormat>
  <Paragraphs>448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Arial Narrow</vt:lpstr>
      <vt:lpstr>Calibri</vt:lpstr>
      <vt:lpstr>Calibri Light</vt:lpstr>
      <vt:lpstr>Consolas</vt:lpstr>
      <vt:lpstr>Constantia</vt:lpstr>
      <vt:lpstr>Courier New</vt:lpstr>
      <vt:lpstr>gt-medium</vt:lpstr>
      <vt:lpstr>Symbol</vt:lpstr>
      <vt:lpstr>Times New Roman</vt:lpstr>
      <vt:lpstr>Wingdings</vt:lpstr>
      <vt:lpstr>ZU - Theme</vt:lpstr>
      <vt:lpstr>Computer Programming 2</vt:lpstr>
      <vt:lpstr>Chapter Two Object-Oriented Programming (OOP) Concept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General Aspects of Classes: Object</vt:lpstr>
      <vt:lpstr>Bank Example</vt:lpstr>
      <vt:lpstr>Bank Example - Cont’d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 Creation: main class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6242</dc:creator>
  <cp:lastModifiedBy>Hebatullah Awwad</cp:lastModifiedBy>
  <cp:revision>281</cp:revision>
  <cp:lastPrinted>2024-03-05T01:39:29Z</cp:lastPrinted>
  <dcterms:created xsi:type="dcterms:W3CDTF">2022-10-20T07:12:26Z</dcterms:created>
  <dcterms:modified xsi:type="dcterms:W3CDTF">2024-03-11T07:27:20Z</dcterms:modified>
</cp:coreProperties>
</file>